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76" r:id="rId1"/>
    <p:sldMasterId id="2147483781" r:id="rId2"/>
  </p:sldMasterIdLst>
  <p:notesMasterIdLst>
    <p:notesMasterId r:id="rId16"/>
  </p:notesMasterIdLst>
  <p:sldIdLst>
    <p:sldId id="256" r:id="rId3"/>
    <p:sldId id="260" r:id="rId4"/>
    <p:sldId id="261" r:id="rId5"/>
    <p:sldId id="303" r:id="rId6"/>
    <p:sldId id="304" r:id="rId7"/>
    <p:sldId id="305" r:id="rId8"/>
    <p:sldId id="308" r:id="rId9"/>
    <p:sldId id="307" r:id="rId10"/>
    <p:sldId id="306" r:id="rId11"/>
    <p:sldId id="309" r:id="rId12"/>
    <p:sldId id="310" r:id="rId13"/>
    <p:sldId id="311" r:id="rId14"/>
    <p:sldId id="281" r:id="rId15"/>
  </p:sldIdLst>
  <p:sldSz cx="9144000" cy="5143500" type="screen16x9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Nunito" pitchFamily="2" charset="0"/>
      <p:regular r:id="rId25"/>
      <p:bold r:id="rId26"/>
      <p:italic r:id="rId27"/>
      <p:boldItalic r:id="rId28"/>
    </p:embeddedFont>
    <p:embeddedFont>
      <p:font typeface="Poppins" panose="00000500000000000000" pitchFamily="2" charset="0"/>
      <p:regular r:id="rId29"/>
      <p:bold r:id="rId30"/>
      <p:italic r:id="rId31"/>
      <p:boldItalic r:id="rId32"/>
    </p:embeddedFont>
    <p:embeddedFont>
      <p:font typeface="Poppins Medium" panose="00000600000000000000" pitchFamily="2" charset="0"/>
      <p:regular r:id="rId33"/>
      <p:italic r:id="rId34"/>
    </p:embeddedFont>
    <p:embeddedFont>
      <p:font typeface="Proxima Nova" panose="020B0604020202020204" charset="0"/>
      <p:regular r:id="rId35"/>
      <p:bold r:id="rId36"/>
      <p:italic r:id="rId37"/>
      <p:boldItalic r:id="rId38"/>
    </p:embeddedFont>
    <p:embeddedFont>
      <p:font typeface="Roboto" panose="02000000000000000000" pitchFamily="2" charset="0"/>
      <p:regular r:id="rId39"/>
      <p:bold r:id="rId40"/>
      <p:italic r:id="rId41"/>
      <p:boldItalic r:id="rId42"/>
    </p:embeddedFont>
    <p:embeddedFont>
      <p:font typeface="Roboto Condensed" panose="02000000000000000000" pitchFamily="2" charset="0"/>
      <p:regular r:id="rId43"/>
      <p:bold r:id="rId44"/>
      <p:italic r:id="rId45"/>
      <p:boldItalic r:id="rId46"/>
    </p:embeddedFont>
    <p:embeddedFont>
      <p:font typeface="Roboto Mono" panose="00000009000000000000" pitchFamily="49" charset="0"/>
      <p:regular r:id="rId47"/>
      <p:bold r:id="rId48"/>
      <p:italic r:id="rId49"/>
      <p:boldItalic r:id="rId50"/>
    </p:embeddedFont>
    <p:embeddedFont>
      <p:font typeface="Roboto Mono Medium" panose="00000009000000000000" pitchFamily="49" charset="0"/>
      <p:regular r:id="rId51"/>
      <p:italic r:id="rId52"/>
    </p:embeddedFont>
    <p:embeddedFont>
      <p:font typeface="Source Sans Pro" panose="020B0503030403020204" pitchFamily="3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">
          <p15:clr>
            <a:schemeClr val="accent4"/>
          </p15:clr>
        </p15:guide>
        <p15:guide id="2" pos="173">
          <p15:clr>
            <a:schemeClr val="accent4"/>
          </p15:clr>
        </p15:guide>
        <p15:guide id="3" orient="horz" pos="3053">
          <p15:clr>
            <a:schemeClr val="accent4"/>
          </p15:clr>
        </p15:guide>
        <p15:guide id="4" pos="5587">
          <p15:clr>
            <a:schemeClr val="accent4"/>
          </p15:clr>
        </p15:guide>
        <p15:guide id="5" orient="horz" pos="680">
          <p15:clr>
            <a:srgbClr val="00FFFF"/>
          </p15:clr>
        </p15:guide>
        <p15:guide id="6" orient="horz" pos="2918">
          <p15:clr>
            <a:srgbClr val="00FFFF"/>
          </p15:clr>
        </p15:guide>
        <p15:guide id="7" pos="283">
          <p15:clr>
            <a:srgbClr val="00FFFF"/>
          </p15:clr>
        </p15:guide>
        <p15:guide id="8" pos="5484">
          <p15:clr>
            <a:srgbClr val="00FFFF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D5B561-B9E6-4F77-B00B-166950EA25B5}">
  <a:tblStyle styleId="{79D5B561-B9E6-4F77-B00B-166950EA25B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>
        <p:guide orient="horz" pos="187"/>
        <p:guide pos="173"/>
        <p:guide orient="horz" pos="3053"/>
        <p:guide pos="5587"/>
        <p:guide orient="horz" pos="680"/>
        <p:guide orient="horz" pos="2918"/>
        <p:guide pos="283"/>
        <p:guide pos="54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font" Target="fonts/font26.fntdata"/><Relationship Id="rId47" Type="http://schemas.openxmlformats.org/officeDocument/2006/relationships/font" Target="fonts/font31.fntdata"/><Relationship Id="rId50" Type="http://schemas.openxmlformats.org/officeDocument/2006/relationships/font" Target="fonts/font34.fntdata"/><Relationship Id="rId55" Type="http://schemas.openxmlformats.org/officeDocument/2006/relationships/font" Target="fonts/font39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9" Type="http://schemas.openxmlformats.org/officeDocument/2006/relationships/font" Target="fonts/font13.fntdata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45" Type="http://schemas.openxmlformats.org/officeDocument/2006/relationships/font" Target="fonts/font29.fntdata"/><Relationship Id="rId53" Type="http://schemas.openxmlformats.org/officeDocument/2006/relationships/font" Target="fonts/font37.fntdata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font" Target="fonts/font27.fntdata"/><Relationship Id="rId48" Type="http://schemas.openxmlformats.org/officeDocument/2006/relationships/font" Target="fonts/font32.fntdata"/><Relationship Id="rId56" Type="http://schemas.openxmlformats.org/officeDocument/2006/relationships/font" Target="fonts/font40.fntdata"/><Relationship Id="rId8" Type="http://schemas.openxmlformats.org/officeDocument/2006/relationships/slide" Target="slides/slide6.xml"/><Relationship Id="rId51" Type="http://schemas.openxmlformats.org/officeDocument/2006/relationships/font" Target="fonts/font35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Relationship Id="rId46" Type="http://schemas.openxmlformats.org/officeDocument/2006/relationships/font" Target="fonts/font30.fntdata"/><Relationship Id="rId59" Type="http://schemas.openxmlformats.org/officeDocument/2006/relationships/theme" Target="theme/theme1.xml"/><Relationship Id="rId20" Type="http://schemas.openxmlformats.org/officeDocument/2006/relationships/font" Target="fonts/font4.fntdata"/><Relationship Id="rId41" Type="http://schemas.openxmlformats.org/officeDocument/2006/relationships/font" Target="fonts/font25.fntdata"/><Relationship Id="rId54" Type="http://schemas.openxmlformats.org/officeDocument/2006/relationships/font" Target="fonts/font3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49" Type="http://schemas.openxmlformats.org/officeDocument/2006/relationships/font" Target="fonts/font33.fntdata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font" Target="fonts/font15.fntdata"/><Relationship Id="rId44" Type="http://schemas.openxmlformats.org/officeDocument/2006/relationships/font" Target="fonts/font28.fntdata"/><Relationship Id="rId52" Type="http://schemas.openxmlformats.org/officeDocument/2006/relationships/font" Target="fonts/font36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81759ce6c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81759ce6c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2f236ff32ea_0_1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2f236ff32ea_0_1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fa4bc683fa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fa4bc683fa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>
          <a:extLst>
            <a:ext uri="{FF2B5EF4-FFF2-40B4-BE49-F238E27FC236}">
              <a16:creationId xmlns:a16="http://schemas.microsoft.com/office/drawing/2014/main" id="{9BFEFACF-81D7-EF05-04BB-83F82264D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fa4bc683fa_0_170:notes">
            <a:extLst>
              <a:ext uri="{FF2B5EF4-FFF2-40B4-BE49-F238E27FC236}">
                <a16:creationId xmlns:a16="http://schemas.microsoft.com/office/drawing/2014/main" id="{FC326303-5635-EDB0-64ED-DCC2741332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fa4bc683fa_0_170:notes">
            <a:extLst>
              <a:ext uri="{FF2B5EF4-FFF2-40B4-BE49-F238E27FC236}">
                <a16:creationId xmlns:a16="http://schemas.microsoft.com/office/drawing/2014/main" id="{625BA2C3-C3A7-19B3-DE26-F9CB2B2198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7750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>
          <a:extLst>
            <a:ext uri="{FF2B5EF4-FFF2-40B4-BE49-F238E27FC236}">
              <a16:creationId xmlns:a16="http://schemas.microsoft.com/office/drawing/2014/main" id="{C1493BB8-1AA2-CBD9-5752-9AED4094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fa4bc683fa_0_170:notes">
            <a:extLst>
              <a:ext uri="{FF2B5EF4-FFF2-40B4-BE49-F238E27FC236}">
                <a16:creationId xmlns:a16="http://schemas.microsoft.com/office/drawing/2014/main" id="{E23EF972-B8AC-F696-AC19-D5F2449553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fa4bc683fa_0_170:notes">
            <a:extLst>
              <a:ext uri="{FF2B5EF4-FFF2-40B4-BE49-F238E27FC236}">
                <a16:creationId xmlns:a16="http://schemas.microsoft.com/office/drawing/2014/main" id="{AF91E41A-463A-5483-6147-E877780A80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0685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>
          <a:extLst>
            <a:ext uri="{FF2B5EF4-FFF2-40B4-BE49-F238E27FC236}">
              <a16:creationId xmlns:a16="http://schemas.microsoft.com/office/drawing/2014/main" id="{4C4DA39E-C360-56A7-2637-48C6D7D1C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fa4bc683fa_0_170:notes">
            <a:extLst>
              <a:ext uri="{FF2B5EF4-FFF2-40B4-BE49-F238E27FC236}">
                <a16:creationId xmlns:a16="http://schemas.microsoft.com/office/drawing/2014/main" id="{D3470B10-103D-E96B-36A7-E6709414C8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fa4bc683fa_0_170:notes">
            <a:extLst>
              <a:ext uri="{FF2B5EF4-FFF2-40B4-BE49-F238E27FC236}">
                <a16:creationId xmlns:a16="http://schemas.microsoft.com/office/drawing/2014/main" id="{5EC1B5EE-1B37-C7F4-1C77-4B26F53689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9822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>
          <a:extLst>
            <a:ext uri="{FF2B5EF4-FFF2-40B4-BE49-F238E27FC236}">
              <a16:creationId xmlns:a16="http://schemas.microsoft.com/office/drawing/2014/main" id="{94217825-5A41-CF2B-A601-5F4EFDB6C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fa4bc683fa_0_170:notes">
            <a:extLst>
              <a:ext uri="{FF2B5EF4-FFF2-40B4-BE49-F238E27FC236}">
                <a16:creationId xmlns:a16="http://schemas.microsoft.com/office/drawing/2014/main" id="{0DCD576F-47A2-D188-F219-DEB05EC593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fa4bc683fa_0_170:notes">
            <a:extLst>
              <a:ext uri="{FF2B5EF4-FFF2-40B4-BE49-F238E27FC236}">
                <a16:creationId xmlns:a16="http://schemas.microsoft.com/office/drawing/2014/main" id="{812E15A4-248A-CE79-BD00-EA008A01F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47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>
          <a:extLst>
            <a:ext uri="{FF2B5EF4-FFF2-40B4-BE49-F238E27FC236}">
              <a16:creationId xmlns:a16="http://schemas.microsoft.com/office/drawing/2014/main" id="{F044454C-A3C8-10F6-3CE9-241BFFF8A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fa4bc683fa_0_170:notes">
            <a:extLst>
              <a:ext uri="{FF2B5EF4-FFF2-40B4-BE49-F238E27FC236}">
                <a16:creationId xmlns:a16="http://schemas.microsoft.com/office/drawing/2014/main" id="{8AC84DA1-FAA5-1726-8A9E-FCD706FF41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fa4bc683fa_0_170:notes">
            <a:extLst>
              <a:ext uri="{FF2B5EF4-FFF2-40B4-BE49-F238E27FC236}">
                <a16:creationId xmlns:a16="http://schemas.microsoft.com/office/drawing/2014/main" id="{343338CE-2A3A-BF7B-FDB4-6172DD6B7B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3223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>
          <a:extLst>
            <a:ext uri="{FF2B5EF4-FFF2-40B4-BE49-F238E27FC236}">
              <a16:creationId xmlns:a16="http://schemas.microsoft.com/office/drawing/2014/main" id="{B7CF321F-1CF2-CE44-36D1-F2DD7054D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fa4bc683fa_0_170:notes">
            <a:extLst>
              <a:ext uri="{FF2B5EF4-FFF2-40B4-BE49-F238E27FC236}">
                <a16:creationId xmlns:a16="http://schemas.microsoft.com/office/drawing/2014/main" id="{AEB32488-EBB6-E992-D52C-1451520C8D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fa4bc683fa_0_170:notes">
            <a:extLst>
              <a:ext uri="{FF2B5EF4-FFF2-40B4-BE49-F238E27FC236}">
                <a16:creationId xmlns:a16="http://schemas.microsoft.com/office/drawing/2014/main" id="{DC463DD5-416D-0B4D-64B0-122BBC306D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7596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>
          <a:extLst>
            <a:ext uri="{FF2B5EF4-FFF2-40B4-BE49-F238E27FC236}">
              <a16:creationId xmlns:a16="http://schemas.microsoft.com/office/drawing/2014/main" id="{F91E50A9-0574-0152-0CE0-A7D123DBA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fa4bc683fa_0_170:notes">
            <a:extLst>
              <a:ext uri="{FF2B5EF4-FFF2-40B4-BE49-F238E27FC236}">
                <a16:creationId xmlns:a16="http://schemas.microsoft.com/office/drawing/2014/main" id="{A583DF92-7A9B-1589-EA40-2DBAB5481C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fa4bc683fa_0_170:notes">
            <a:extLst>
              <a:ext uri="{FF2B5EF4-FFF2-40B4-BE49-F238E27FC236}">
                <a16:creationId xmlns:a16="http://schemas.microsoft.com/office/drawing/2014/main" id="{31C17DA1-0BF1-9352-D1F4-E48CCA89C0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7854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>
          <a:extLst>
            <a:ext uri="{FF2B5EF4-FFF2-40B4-BE49-F238E27FC236}">
              <a16:creationId xmlns:a16="http://schemas.microsoft.com/office/drawing/2014/main" id="{E263F965-CFF0-C92B-5960-FAB875DE6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fa4bc683fa_0_170:notes">
            <a:extLst>
              <a:ext uri="{FF2B5EF4-FFF2-40B4-BE49-F238E27FC236}">
                <a16:creationId xmlns:a16="http://schemas.microsoft.com/office/drawing/2014/main" id="{3A35B9CF-7866-3944-D17C-FD25DAB527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fa4bc683fa_0_170:notes">
            <a:extLst>
              <a:ext uri="{FF2B5EF4-FFF2-40B4-BE49-F238E27FC236}">
                <a16:creationId xmlns:a16="http://schemas.microsoft.com/office/drawing/2014/main" id="{FA8945F4-1017-D47E-C121-048A0ED0B7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2948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>
          <a:extLst>
            <a:ext uri="{FF2B5EF4-FFF2-40B4-BE49-F238E27FC236}">
              <a16:creationId xmlns:a16="http://schemas.microsoft.com/office/drawing/2014/main" id="{1CFE9834-A810-E896-6558-12C7E34EF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fa4bc683fa_0_170:notes">
            <a:extLst>
              <a:ext uri="{FF2B5EF4-FFF2-40B4-BE49-F238E27FC236}">
                <a16:creationId xmlns:a16="http://schemas.microsoft.com/office/drawing/2014/main" id="{5ACFFBCC-AB19-55A4-1A60-16475C76D8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fa4bc683fa_0_170:notes">
            <a:extLst>
              <a:ext uri="{FF2B5EF4-FFF2-40B4-BE49-F238E27FC236}">
                <a16:creationId xmlns:a16="http://schemas.microsoft.com/office/drawing/2014/main" id="{B681B79B-3C60-F3C7-7EBE-03B8048A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6886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2f497b36260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9" name="Google Shape;1479;g2f497b36260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company/dataiku/" TargetMode="External"/><Relationship Id="rId2" Type="http://schemas.openxmlformats.org/officeDocument/2006/relationships/hyperlink" Target="https://www.dataiku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twitter.com/dataiku/" TargetMode="External"/><Relationship Id="rId5" Type="http://schemas.openxmlformats.org/officeDocument/2006/relationships/hyperlink" Target="https://www.facebook.com/dataiku/" TargetMode="External"/><Relationship Id="rId4" Type="http://schemas.openxmlformats.org/officeDocument/2006/relationships/hyperlink" Target="https://www.youtube.com/channel/UCSMqVwPTmerMiCaL_zKRjBw/featured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hannel/UCSMqVwPTmerMiCaL_zKRjBw/featured" TargetMode="External"/><Relationship Id="rId2" Type="http://schemas.openxmlformats.org/officeDocument/2006/relationships/hyperlink" Target="https://www.linkedin.com/company/dataiku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twitter.com/dataiku/" TargetMode="External"/><Relationship Id="rId4" Type="http://schemas.openxmlformats.org/officeDocument/2006/relationships/hyperlink" Target="https://www.facebook.com/dataiku/" TargetMode="Externa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company/dataiku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twitter.com/dataiku/" TargetMode="External"/><Relationship Id="rId5" Type="http://schemas.openxmlformats.org/officeDocument/2006/relationships/hyperlink" Target="https://www.facebook.com/dataiku/" TargetMode="External"/><Relationship Id="rId4" Type="http://schemas.openxmlformats.org/officeDocument/2006/relationships/hyperlink" Target="https://www.youtube.com/channel/UCSMqVwPTmerMiCaL_zKRjBw/featured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- Intro white">
  <p:cSld name="1 - Intro whit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3733800" y="2282973"/>
            <a:ext cx="1267691" cy="577554"/>
            <a:chOff x="3733800" y="2282973"/>
            <a:chExt cx="1267691" cy="577554"/>
          </a:xfrm>
        </p:grpSpPr>
        <p:sp>
          <p:nvSpPr>
            <p:cNvPr id="11" name="Google Shape;11;p2"/>
            <p:cNvSpPr/>
            <p:nvPr/>
          </p:nvSpPr>
          <p:spPr>
            <a:xfrm>
              <a:off x="4419648" y="2282973"/>
              <a:ext cx="138483" cy="256217"/>
            </a:xfrm>
            <a:custGeom>
              <a:avLst/>
              <a:gdLst/>
              <a:ahLst/>
              <a:cxnLst/>
              <a:rect l="l" t="t" r="r" b="b"/>
              <a:pathLst>
                <a:path w="182708" h="338042" extrusionOk="0">
                  <a:moveTo>
                    <a:pt x="135901" y="300895"/>
                  </a:moveTo>
                  <a:lnTo>
                    <a:pt x="134960" y="300895"/>
                  </a:lnTo>
                  <a:cubicBezTo>
                    <a:pt x="128555" y="317183"/>
                    <a:pt x="116124" y="338042"/>
                    <a:pt x="80806" y="338042"/>
                  </a:cubicBezTo>
                  <a:cubicBezTo>
                    <a:pt x="22980" y="338042"/>
                    <a:pt x="0" y="289274"/>
                    <a:pt x="0" y="203359"/>
                  </a:cubicBezTo>
                  <a:cubicBezTo>
                    <a:pt x="0" y="92393"/>
                    <a:pt x="38519" y="75248"/>
                    <a:pt x="76191" y="75248"/>
                  </a:cubicBezTo>
                  <a:cubicBezTo>
                    <a:pt x="102844" y="75248"/>
                    <a:pt x="122999" y="88678"/>
                    <a:pt x="132228" y="110966"/>
                  </a:cubicBezTo>
                  <a:lnTo>
                    <a:pt x="133170" y="110966"/>
                  </a:lnTo>
                  <a:lnTo>
                    <a:pt x="133170" y="0"/>
                  </a:lnTo>
                  <a:lnTo>
                    <a:pt x="182709" y="0"/>
                  </a:lnTo>
                  <a:lnTo>
                    <a:pt x="182709" y="331470"/>
                  </a:lnTo>
                  <a:lnTo>
                    <a:pt x="135901" y="331470"/>
                  </a:lnTo>
                  <a:lnTo>
                    <a:pt x="135901" y="300895"/>
                  </a:lnTo>
                  <a:close/>
                  <a:moveTo>
                    <a:pt x="90884" y="115157"/>
                  </a:moveTo>
                  <a:cubicBezTo>
                    <a:pt x="62441" y="115157"/>
                    <a:pt x="52364" y="138398"/>
                    <a:pt x="52364" y="205740"/>
                  </a:cubicBezTo>
                  <a:cubicBezTo>
                    <a:pt x="52364" y="262414"/>
                    <a:pt x="59710" y="298133"/>
                    <a:pt x="94180" y="298133"/>
                  </a:cubicBezTo>
                  <a:cubicBezTo>
                    <a:pt x="128179" y="298133"/>
                    <a:pt x="135996" y="262890"/>
                    <a:pt x="135996" y="209455"/>
                  </a:cubicBezTo>
                  <a:cubicBezTo>
                    <a:pt x="135901" y="149543"/>
                    <a:pt x="129026" y="115157"/>
                    <a:pt x="90884" y="115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590539" y="2339862"/>
              <a:ext cx="146121" cy="199183"/>
            </a:xfrm>
            <a:custGeom>
              <a:avLst/>
              <a:gdLst/>
              <a:ahLst/>
              <a:cxnLst/>
              <a:rect l="l" t="t" r="r" b="b"/>
              <a:pathLst>
                <a:path w="192786" h="262794" extrusionOk="0">
                  <a:moveTo>
                    <a:pt x="171596" y="204407"/>
                  </a:moveTo>
                  <a:cubicBezTo>
                    <a:pt x="171596" y="213741"/>
                    <a:pt x="177152" y="222028"/>
                    <a:pt x="184498" y="222028"/>
                  </a:cubicBezTo>
                  <a:cubicBezTo>
                    <a:pt x="187700" y="222028"/>
                    <a:pt x="190902" y="221552"/>
                    <a:pt x="192786" y="220599"/>
                  </a:cubicBezTo>
                  <a:lnTo>
                    <a:pt x="192786" y="253079"/>
                  </a:lnTo>
                  <a:cubicBezTo>
                    <a:pt x="186853" y="255842"/>
                    <a:pt x="178094" y="259080"/>
                    <a:pt x="168488" y="259080"/>
                  </a:cubicBezTo>
                  <a:cubicBezTo>
                    <a:pt x="146450" y="259080"/>
                    <a:pt x="128084" y="250222"/>
                    <a:pt x="126672" y="226124"/>
                  </a:cubicBezTo>
                  <a:lnTo>
                    <a:pt x="125730" y="226124"/>
                  </a:lnTo>
                  <a:cubicBezTo>
                    <a:pt x="112451" y="250698"/>
                    <a:pt x="93144" y="262795"/>
                    <a:pt x="64231" y="262795"/>
                  </a:cubicBezTo>
                  <a:cubicBezTo>
                    <a:pt x="24769" y="262795"/>
                    <a:pt x="0" y="240506"/>
                    <a:pt x="0" y="192691"/>
                  </a:cubicBezTo>
                  <a:cubicBezTo>
                    <a:pt x="0" y="136970"/>
                    <a:pt x="23828" y="125349"/>
                    <a:pt x="57356" y="114205"/>
                  </a:cubicBezTo>
                  <a:lnTo>
                    <a:pt x="95969" y="103537"/>
                  </a:lnTo>
                  <a:cubicBezTo>
                    <a:pt x="113863" y="98393"/>
                    <a:pt x="124882" y="93345"/>
                    <a:pt x="124882" y="71533"/>
                  </a:cubicBezTo>
                  <a:cubicBezTo>
                    <a:pt x="124882" y="48768"/>
                    <a:pt x="117065" y="34385"/>
                    <a:pt x="90884" y="34385"/>
                  </a:cubicBezTo>
                  <a:cubicBezTo>
                    <a:pt x="57826" y="34385"/>
                    <a:pt x="53212" y="58102"/>
                    <a:pt x="53212" y="82201"/>
                  </a:cubicBezTo>
                  <a:lnTo>
                    <a:pt x="6404" y="82201"/>
                  </a:lnTo>
                  <a:cubicBezTo>
                    <a:pt x="6404" y="29242"/>
                    <a:pt x="27971" y="0"/>
                    <a:pt x="93144" y="0"/>
                  </a:cubicBezTo>
                  <a:cubicBezTo>
                    <a:pt x="136749" y="0"/>
                    <a:pt x="171690" y="17145"/>
                    <a:pt x="171690" y="61246"/>
                  </a:cubicBezTo>
                  <a:lnTo>
                    <a:pt x="171690" y="204407"/>
                  </a:lnTo>
                  <a:close/>
                  <a:moveTo>
                    <a:pt x="124788" y="124587"/>
                  </a:moveTo>
                  <a:cubicBezTo>
                    <a:pt x="111980" y="134779"/>
                    <a:pt x="84385" y="140875"/>
                    <a:pt x="69693" y="147828"/>
                  </a:cubicBezTo>
                  <a:cubicBezTo>
                    <a:pt x="55472" y="154781"/>
                    <a:pt x="49539" y="169640"/>
                    <a:pt x="49539" y="188214"/>
                  </a:cubicBezTo>
                  <a:cubicBezTo>
                    <a:pt x="49539" y="209074"/>
                    <a:pt x="59616" y="225838"/>
                    <a:pt x="80335" y="225838"/>
                  </a:cubicBezTo>
                  <a:cubicBezTo>
                    <a:pt x="110190" y="225838"/>
                    <a:pt x="124882" y="203073"/>
                    <a:pt x="124882" y="166402"/>
                  </a:cubicBezTo>
                  <a:lnTo>
                    <a:pt x="124882" y="1245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745654" y="2291059"/>
              <a:ext cx="93940" cy="245316"/>
            </a:xfrm>
            <a:custGeom>
              <a:avLst/>
              <a:gdLst/>
              <a:ahLst/>
              <a:cxnLst/>
              <a:rect l="l" t="t" r="r" b="b"/>
              <a:pathLst>
                <a:path w="123940" h="323659" extrusionOk="0">
                  <a:moveTo>
                    <a:pt x="0" y="71057"/>
                  </a:moveTo>
                  <a:lnTo>
                    <a:pt x="33999" y="71057"/>
                  </a:lnTo>
                  <a:lnTo>
                    <a:pt x="33999" y="0"/>
                  </a:lnTo>
                  <a:lnTo>
                    <a:pt x="83537" y="0"/>
                  </a:lnTo>
                  <a:lnTo>
                    <a:pt x="83537" y="71057"/>
                  </a:lnTo>
                  <a:lnTo>
                    <a:pt x="123941" y="71057"/>
                  </a:lnTo>
                  <a:lnTo>
                    <a:pt x="123941" y="108204"/>
                  </a:lnTo>
                  <a:lnTo>
                    <a:pt x="83537" y="108204"/>
                  </a:lnTo>
                  <a:lnTo>
                    <a:pt x="83537" y="257270"/>
                  </a:lnTo>
                  <a:cubicBezTo>
                    <a:pt x="83537" y="276797"/>
                    <a:pt x="89000" y="283750"/>
                    <a:pt x="106046" y="283750"/>
                  </a:cubicBezTo>
                  <a:cubicBezTo>
                    <a:pt x="113392" y="283750"/>
                    <a:pt x="119326" y="283274"/>
                    <a:pt x="123941" y="282321"/>
                  </a:cubicBezTo>
                  <a:lnTo>
                    <a:pt x="123941" y="319469"/>
                  </a:lnTo>
                  <a:cubicBezTo>
                    <a:pt x="113392" y="322231"/>
                    <a:pt x="99642" y="323660"/>
                    <a:pt x="84008" y="323660"/>
                  </a:cubicBezTo>
                  <a:cubicBezTo>
                    <a:pt x="50480" y="323660"/>
                    <a:pt x="33999" y="314325"/>
                    <a:pt x="33999" y="263271"/>
                  </a:cubicBezTo>
                  <a:lnTo>
                    <a:pt x="33999" y="108204"/>
                  </a:lnTo>
                  <a:lnTo>
                    <a:pt x="0" y="108204"/>
                  </a:lnTo>
                  <a:lnTo>
                    <a:pt x="0" y="7105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855370" y="2339862"/>
              <a:ext cx="146121" cy="199183"/>
            </a:xfrm>
            <a:custGeom>
              <a:avLst/>
              <a:gdLst/>
              <a:ahLst/>
              <a:cxnLst/>
              <a:rect l="l" t="t" r="r" b="b"/>
              <a:pathLst>
                <a:path w="192786" h="262794" extrusionOk="0">
                  <a:moveTo>
                    <a:pt x="171596" y="204407"/>
                  </a:moveTo>
                  <a:cubicBezTo>
                    <a:pt x="171596" y="213741"/>
                    <a:pt x="177152" y="222028"/>
                    <a:pt x="184498" y="222028"/>
                  </a:cubicBezTo>
                  <a:cubicBezTo>
                    <a:pt x="187700" y="222028"/>
                    <a:pt x="190902" y="221552"/>
                    <a:pt x="192786" y="220599"/>
                  </a:cubicBezTo>
                  <a:lnTo>
                    <a:pt x="192786" y="253079"/>
                  </a:lnTo>
                  <a:cubicBezTo>
                    <a:pt x="186853" y="255842"/>
                    <a:pt x="178094" y="259080"/>
                    <a:pt x="168488" y="259080"/>
                  </a:cubicBezTo>
                  <a:cubicBezTo>
                    <a:pt x="146450" y="259080"/>
                    <a:pt x="128085" y="250222"/>
                    <a:pt x="126672" y="226124"/>
                  </a:cubicBezTo>
                  <a:lnTo>
                    <a:pt x="125730" y="226124"/>
                  </a:lnTo>
                  <a:cubicBezTo>
                    <a:pt x="112451" y="250698"/>
                    <a:pt x="93144" y="262795"/>
                    <a:pt x="64231" y="262795"/>
                  </a:cubicBezTo>
                  <a:cubicBezTo>
                    <a:pt x="24769" y="262795"/>
                    <a:pt x="0" y="240506"/>
                    <a:pt x="0" y="192691"/>
                  </a:cubicBezTo>
                  <a:cubicBezTo>
                    <a:pt x="0" y="136970"/>
                    <a:pt x="23922" y="125349"/>
                    <a:pt x="57356" y="114205"/>
                  </a:cubicBezTo>
                  <a:lnTo>
                    <a:pt x="95969" y="103537"/>
                  </a:lnTo>
                  <a:cubicBezTo>
                    <a:pt x="113863" y="98393"/>
                    <a:pt x="124882" y="93345"/>
                    <a:pt x="124882" y="71533"/>
                  </a:cubicBezTo>
                  <a:cubicBezTo>
                    <a:pt x="124882" y="48768"/>
                    <a:pt x="117066" y="34385"/>
                    <a:pt x="90884" y="34385"/>
                  </a:cubicBezTo>
                  <a:cubicBezTo>
                    <a:pt x="57826" y="34385"/>
                    <a:pt x="53212" y="58102"/>
                    <a:pt x="53212" y="82201"/>
                  </a:cubicBezTo>
                  <a:lnTo>
                    <a:pt x="6404" y="82201"/>
                  </a:lnTo>
                  <a:cubicBezTo>
                    <a:pt x="6404" y="29242"/>
                    <a:pt x="27971" y="0"/>
                    <a:pt x="93144" y="0"/>
                  </a:cubicBezTo>
                  <a:cubicBezTo>
                    <a:pt x="136749" y="0"/>
                    <a:pt x="171690" y="17145"/>
                    <a:pt x="171690" y="61246"/>
                  </a:cubicBezTo>
                  <a:lnTo>
                    <a:pt x="171690" y="204407"/>
                  </a:lnTo>
                  <a:close/>
                  <a:moveTo>
                    <a:pt x="124694" y="124587"/>
                  </a:moveTo>
                  <a:cubicBezTo>
                    <a:pt x="111886" y="134779"/>
                    <a:pt x="84291" y="140875"/>
                    <a:pt x="69599" y="147828"/>
                  </a:cubicBezTo>
                  <a:cubicBezTo>
                    <a:pt x="55378" y="154781"/>
                    <a:pt x="49444" y="169640"/>
                    <a:pt x="49444" y="188214"/>
                  </a:cubicBezTo>
                  <a:cubicBezTo>
                    <a:pt x="49444" y="209074"/>
                    <a:pt x="59522" y="225838"/>
                    <a:pt x="80241" y="225838"/>
                  </a:cubicBezTo>
                  <a:cubicBezTo>
                    <a:pt x="110096" y="225838"/>
                    <a:pt x="124788" y="203073"/>
                    <a:pt x="124788" y="166402"/>
                  </a:cubicBezTo>
                  <a:lnTo>
                    <a:pt x="124788" y="1245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5" name="Google Shape;15;p2"/>
            <p:cNvGrpSpPr/>
            <p:nvPr/>
          </p:nvGrpSpPr>
          <p:grpSpPr>
            <a:xfrm>
              <a:off x="4428714" y="2601493"/>
              <a:ext cx="374618" cy="259033"/>
              <a:chOff x="4650640" y="2610992"/>
              <a:chExt cx="494255" cy="341757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4650640" y="2610992"/>
                <a:ext cx="49538" cy="335184"/>
              </a:xfrm>
              <a:custGeom>
                <a:avLst/>
                <a:gdLst/>
                <a:ahLst/>
                <a:cxnLst/>
                <a:rect l="l" t="t" r="r" b="b"/>
                <a:pathLst>
                  <a:path w="49538" h="335184" extrusionOk="0">
                    <a:moveTo>
                      <a:pt x="0" y="0"/>
                    </a:moveTo>
                    <a:lnTo>
                      <a:pt x="49539" y="0"/>
                    </a:lnTo>
                    <a:lnTo>
                      <a:pt x="49539" y="50102"/>
                    </a:lnTo>
                    <a:lnTo>
                      <a:pt x="0" y="50102"/>
                    </a:lnTo>
                    <a:lnTo>
                      <a:pt x="0" y="0"/>
                    </a:lnTo>
                    <a:close/>
                    <a:moveTo>
                      <a:pt x="0" y="85439"/>
                    </a:moveTo>
                    <a:lnTo>
                      <a:pt x="49539" y="85439"/>
                    </a:lnTo>
                    <a:lnTo>
                      <a:pt x="49539" y="335185"/>
                    </a:lnTo>
                    <a:lnTo>
                      <a:pt x="0" y="335185"/>
                    </a:lnTo>
                    <a:lnTo>
                      <a:pt x="0" y="854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4754802" y="2614707"/>
                <a:ext cx="192409" cy="331565"/>
              </a:xfrm>
              <a:custGeom>
                <a:avLst/>
                <a:gdLst/>
                <a:ahLst/>
                <a:cxnLst/>
                <a:rect l="l" t="t" r="r" b="b"/>
                <a:pathLst>
                  <a:path w="192409" h="331565" extrusionOk="0">
                    <a:moveTo>
                      <a:pt x="0" y="0"/>
                    </a:moveTo>
                    <a:lnTo>
                      <a:pt x="49633" y="0"/>
                    </a:lnTo>
                    <a:lnTo>
                      <a:pt x="49633" y="186214"/>
                    </a:lnTo>
                    <a:lnTo>
                      <a:pt x="50574" y="186214"/>
                    </a:lnTo>
                    <a:lnTo>
                      <a:pt x="125353" y="81725"/>
                    </a:lnTo>
                    <a:lnTo>
                      <a:pt x="182709" y="81248"/>
                    </a:lnTo>
                    <a:lnTo>
                      <a:pt x="108401" y="177832"/>
                    </a:lnTo>
                    <a:lnTo>
                      <a:pt x="192409" y="331565"/>
                    </a:lnTo>
                    <a:lnTo>
                      <a:pt x="138256" y="331565"/>
                    </a:lnTo>
                    <a:lnTo>
                      <a:pt x="77604" y="217837"/>
                    </a:lnTo>
                    <a:lnTo>
                      <a:pt x="49633" y="252127"/>
                    </a:lnTo>
                    <a:lnTo>
                      <a:pt x="49633" y="331565"/>
                    </a:lnTo>
                    <a:lnTo>
                      <a:pt x="0" y="33156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4971887" y="2696432"/>
                <a:ext cx="173008" cy="256317"/>
              </a:xfrm>
              <a:custGeom>
                <a:avLst/>
                <a:gdLst/>
                <a:ahLst/>
                <a:cxnLst/>
                <a:rect l="l" t="t" r="r" b="b"/>
                <a:pathLst>
                  <a:path w="173008" h="256317" extrusionOk="0">
                    <a:moveTo>
                      <a:pt x="126295" y="220599"/>
                    </a:moveTo>
                    <a:lnTo>
                      <a:pt x="124882" y="220599"/>
                    </a:lnTo>
                    <a:cubicBezTo>
                      <a:pt x="112451" y="242887"/>
                      <a:pt x="89094" y="256318"/>
                      <a:pt x="61499" y="256318"/>
                    </a:cubicBezTo>
                    <a:cubicBezTo>
                      <a:pt x="24769" y="256318"/>
                      <a:pt x="0" y="239173"/>
                      <a:pt x="0" y="174593"/>
                    </a:cubicBezTo>
                    <a:lnTo>
                      <a:pt x="0" y="0"/>
                    </a:lnTo>
                    <a:lnTo>
                      <a:pt x="49539" y="0"/>
                    </a:lnTo>
                    <a:lnTo>
                      <a:pt x="49539" y="179261"/>
                    </a:lnTo>
                    <a:cubicBezTo>
                      <a:pt x="49539" y="207074"/>
                      <a:pt x="61970" y="216408"/>
                      <a:pt x="83066" y="216408"/>
                    </a:cubicBezTo>
                    <a:cubicBezTo>
                      <a:pt x="104163" y="216408"/>
                      <a:pt x="123470" y="202501"/>
                      <a:pt x="123470" y="174593"/>
                    </a:cubicBezTo>
                    <a:lnTo>
                      <a:pt x="123470" y="0"/>
                    </a:lnTo>
                    <a:lnTo>
                      <a:pt x="173008" y="0"/>
                    </a:lnTo>
                    <a:lnTo>
                      <a:pt x="173008" y="249745"/>
                    </a:lnTo>
                    <a:lnTo>
                      <a:pt x="126201" y="249745"/>
                    </a:lnTo>
                    <a:lnTo>
                      <a:pt x="126201" y="22059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3733800" y="2282973"/>
              <a:ext cx="571064" cy="577554"/>
              <a:chOff x="3733800" y="2190750"/>
              <a:chExt cx="753438" cy="762000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3733800" y="2190750"/>
                <a:ext cx="753438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53438" h="762000" extrusionOk="0">
                    <a:moveTo>
                      <a:pt x="376719" y="0"/>
                    </a:moveTo>
                    <a:cubicBezTo>
                      <a:pt x="168676" y="0"/>
                      <a:pt x="0" y="170593"/>
                      <a:pt x="0" y="381000"/>
                    </a:cubicBezTo>
                    <a:cubicBezTo>
                      <a:pt x="0" y="591407"/>
                      <a:pt x="168676" y="762000"/>
                      <a:pt x="376719" y="762000"/>
                    </a:cubicBezTo>
                    <a:cubicBezTo>
                      <a:pt x="584762" y="762000"/>
                      <a:pt x="753438" y="591407"/>
                      <a:pt x="753438" y="381000"/>
                    </a:cubicBezTo>
                    <a:cubicBezTo>
                      <a:pt x="753438" y="170593"/>
                      <a:pt x="584762" y="0"/>
                      <a:pt x="376719" y="0"/>
                    </a:cubicBezTo>
                    <a:moveTo>
                      <a:pt x="581654" y="487013"/>
                    </a:moveTo>
                    <a:lnTo>
                      <a:pt x="392447" y="487013"/>
                    </a:lnTo>
                    <a:lnTo>
                      <a:pt x="392447" y="457391"/>
                    </a:lnTo>
                    <a:lnTo>
                      <a:pt x="581654" y="457391"/>
                    </a:lnTo>
                    <a:lnTo>
                      <a:pt x="581654" y="487013"/>
                    </a:lnTo>
                    <a:close/>
                    <a:moveTo>
                      <a:pt x="558486" y="209836"/>
                    </a:moveTo>
                    <a:cubicBezTo>
                      <a:pt x="558486" y="209836"/>
                      <a:pt x="545583" y="227076"/>
                      <a:pt x="552459" y="273177"/>
                    </a:cubicBezTo>
                    <a:cubicBezTo>
                      <a:pt x="565361" y="359664"/>
                      <a:pt x="520437" y="436721"/>
                      <a:pt x="440761" y="436721"/>
                    </a:cubicBezTo>
                    <a:lnTo>
                      <a:pt x="381993" y="436721"/>
                    </a:lnTo>
                    <a:cubicBezTo>
                      <a:pt x="381993" y="436721"/>
                      <a:pt x="324449" y="433769"/>
                      <a:pt x="289885" y="468821"/>
                    </a:cubicBezTo>
                    <a:cubicBezTo>
                      <a:pt x="187418" y="572357"/>
                      <a:pt x="163025" y="599218"/>
                      <a:pt x="155679" y="603218"/>
                    </a:cubicBezTo>
                    <a:cubicBezTo>
                      <a:pt x="150970" y="605695"/>
                      <a:pt x="149840" y="600266"/>
                      <a:pt x="149840" y="600266"/>
                    </a:cubicBezTo>
                    <a:lnTo>
                      <a:pt x="452628" y="222694"/>
                    </a:lnTo>
                    <a:cubicBezTo>
                      <a:pt x="446224" y="154591"/>
                      <a:pt x="526088" y="136493"/>
                      <a:pt x="555472" y="186976"/>
                    </a:cubicBezTo>
                    <a:lnTo>
                      <a:pt x="583255" y="179070"/>
                    </a:lnTo>
                    <a:lnTo>
                      <a:pt x="558486" y="2098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227113" y="2381154"/>
                <a:ext cx="29761" cy="30098"/>
              </a:xfrm>
              <a:custGeom>
                <a:avLst/>
                <a:gdLst/>
                <a:ahLst/>
                <a:cxnLst/>
                <a:rect l="l" t="t" r="r" b="b"/>
                <a:pathLst>
                  <a:path w="29761" h="30098" extrusionOk="0">
                    <a:moveTo>
                      <a:pt x="14880" y="0"/>
                    </a:moveTo>
                    <a:cubicBezTo>
                      <a:pt x="6687" y="0"/>
                      <a:pt x="0" y="6763"/>
                      <a:pt x="0" y="15049"/>
                    </a:cubicBezTo>
                    <a:cubicBezTo>
                      <a:pt x="0" y="23336"/>
                      <a:pt x="6687" y="30099"/>
                      <a:pt x="14880" y="30099"/>
                    </a:cubicBezTo>
                    <a:cubicBezTo>
                      <a:pt x="23074" y="30099"/>
                      <a:pt x="29761" y="23336"/>
                      <a:pt x="29761" y="15049"/>
                    </a:cubicBezTo>
                    <a:cubicBezTo>
                      <a:pt x="29855" y="6763"/>
                      <a:pt x="23168" y="0"/>
                      <a:pt x="14880" y="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</p:grpSp>
      <p:sp>
        <p:nvSpPr>
          <p:cNvPr id="22" name="Google Shape;22;p2"/>
          <p:cNvSpPr txBox="1"/>
          <p:nvPr/>
        </p:nvSpPr>
        <p:spPr>
          <a:xfrm>
            <a:off x="2012617" y="4762876"/>
            <a:ext cx="1222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00"/>
              <a:buFont typeface="Source Sans Pro"/>
              <a:buNone/>
            </a:pPr>
            <a:r>
              <a:rPr lang="en-GB" sz="900" b="0" i="0" u="none" strike="noStrike" cap="none">
                <a:solidFill>
                  <a:srgbClr val="BFBFB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©202</a:t>
            </a:r>
            <a:r>
              <a:rPr lang="en-GB" sz="900">
                <a:solidFill>
                  <a:srgbClr val="BFBFB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</a:t>
            </a:r>
            <a:r>
              <a:rPr lang="en-GB" sz="900" b="0" i="0" u="none" strike="noStrike" cap="none">
                <a:solidFill>
                  <a:srgbClr val="BFBFB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Dataiku</a:t>
            </a:r>
            <a:r>
              <a:rPr lang="en-GB" sz="900">
                <a:solidFill>
                  <a:srgbClr val="BFBFB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GB" sz="900" b="0" i="0" u="none" strike="noStrike" cap="none">
                <a:solidFill>
                  <a:srgbClr val="BFBFB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Inc.</a:t>
            </a:r>
            <a:endParaRPr sz="900">
              <a:solidFill>
                <a:srgbClr val="BFBFB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3245617" y="4760671"/>
            <a:ext cx="144018" cy="144018"/>
          </a:xfrm>
          <a:custGeom>
            <a:avLst/>
            <a:gdLst/>
            <a:ahLst/>
            <a:cxnLst/>
            <a:rect l="l" t="t" r="r" b="b"/>
            <a:pathLst>
              <a:path w="171450" h="171450" extrusionOk="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moveTo>
                  <a:pt x="171450" y="85725"/>
                </a:moveTo>
                <a:cubicBezTo>
                  <a:pt x="171450" y="38380"/>
                  <a:pt x="133070" y="0"/>
                  <a:pt x="85725" y="0"/>
                </a:cubicBezTo>
                <a:moveTo>
                  <a:pt x="171450" y="85725"/>
                </a:moveTo>
                <a:lnTo>
                  <a:pt x="0" y="85725"/>
                </a:lnTo>
                <a:moveTo>
                  <a:pt x="85725" y="171450"/>
                </a:moveTo>
                <a:cubicBezTo>
                  <a:pt x="38380" y="171450"/>
                  <a:pt x="0" y="133070"/>
                  <a:pt x="0" y="85725"/>
                </a:cubicBezTo>
                <a:moveTo>
                  <a:pt x="85725" y="171450"/>
                </a:moveTo>
                <a:cubicBezTo>
                  <a:pt x="101508" y="171450"/>
                  <a:pt x="114300" y="133064"/>
                  <a:pt x="114300" y="85725"/>
                </a:cubicBezTo>
                <a:cubicBezTo>
                  <a:pt x="114300" y="38386"/>
                  <a:pt x="101508" y="0"/>
                  <a:pt x="85725" y="0"/>
                </a:cubicBezTo>
                <a:moveTo>
                  <a:pt x="85725" y="171450"/>
                </a:moveTo>
                <a:cubicBezTo>
                  <a:pt x="69942" y="171450"/>
                  <a:pt x="57150" y="133064"/>
                  <a:pt x="57150" y="85725"/>
                </a:cubicBezTo>
                <a:cubicBezTo>
                  <a:pt x="57150" y="38386"/>
                  <a:pt x="69942" y="0"/>
                  <a:pt x="85725" y="0"/>
                </a:cubicBezTo>
                <a:moveTo>
                  <a:pt x="85725" y="0"/>
                </a:moveTo>
                <a:cubicBezTo>
                  <a:pt x="38380" y="0"/>
                  <a:pt x="0" y="38380"/>
                  <a:pt x="0" y="85725"/>
                </a:cubicBezTo>
              </a:path>
            </a:pathLst>
          </a:custGeom>
          <a:noFill/>
          <a:ln w="9525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BFBFB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" name="Google Shape;24;p2">
            <a:hlinkClick r:id="rId2"/>
          </p:cNvPr>
          <p:cNvSpPr txBox="1"/>
          <p:nvPr/>
        </p:nvSpPr>
        <p:spPr>
          <a:xfrm>
            <a:off x="3498873" y="4763422"/>
            <a:ext cx="729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FBFB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dataiku.com</a:t>
            </a:r>
            <a:endParaRPr sz="900">
              <a:solidFill>
                <a:srgbClr val="BFBFB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5" name="Google Shape;25;p2"/>
          <p:cNvCxnSpPr/>
          <p:nvPr/>
        </p:nvCxnSpPr>
        <p:spPr>
          <a:xfrm>
            <a:off x="3089508" y="4759579"/>
            <a:ext cx="0" cy="1440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" name="Google Shape;26;p2"/>
          <p:cNvSpPr txBox="1"/>
          <p:nvPr/>
        </p:nvSpPr>
        <p:spPr>
          <a:xfrm>
            <a:off x="4688401" y="4762876"/>
            <a:ext cx="1198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FBFB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contact@dataiku.com</a:t>
            </a:r>
            <a:endParaRPr sz="900">
              <a:solidFill>
                <a:srgbClr val="BFBFB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435145" y="4776125"/>
            <a:ext cx="144018" cy="112014"/>
          </a:xfrm>
          <a:custGeom>
            <a:avLst/>
            <a:gdLst/>
            <a:ahLst/>
            <a:cxnLst/>
            <a:rect l="l" t="t" r="r" b="b"/>
            <a:pathLst>
              <a:path w="171450" h="133350" extrusionOk="0">
                <a:moveTo>
                  <a:pt x="0" y="28575"/>
                </a:moveTo>
                <a:lnTo>
                  <a:pt x="75152" y="78677"/>
                </a:lnTo>
                <a:cubicBezTo>
                  <a:pt x="81554" y="82948"/>
                  <a:pt x="89896" y="82948"/>
                  <a:pt x="96298" y="78677"/>
                </a:cubicBezTo>
                <a:lnTo>
                  <a:pt x="171450" y="28575"/>
                </a:lnTo>
                <a:moveTo>
                  <a:pt x="19050" y="133350"/>
                </a:moveTo>
                <a:lnTo>
                  <a:pt x="152400" y="133350"/>
                </a:lnTo>
                <a:cubicBezTo>
                  <a:pt x="162921" y="133350"/>
                  <a:pt x="171450" y="124821"/>
                  <a:pt x="171450" y="114300"/>
                </a:cubicBezTo>
                <a:lnTo>
                  <a:pt x="171450" y="19050"/>
                </a:lnTo>
                <a:cubicBezTo>
                  <a:pt x="171450" y="8529"/>
                  <a:pt x="162921" y="0"/>
                  <a:pt x="152400" y="0"/>
                </a:cubicBezTo>
                <a:lnTo>
                  <a:pt x="19050" y="0"/>
                </a:lnTo>
                <a:cubicBezTo>
                  <a:pt x="8529" y="0"/>
                  <a:pt x="0" y="8529"/>
                  <a:pt x="0" y="19050"/>
                </a:cubicBezTo>
                <a:lnTo>
                  <a:pt x="0" y="114300"/>
                </a:lnTo>
                <a:cubicBezTo>
                  <a:pt x="0" y="124821"/>
                  <a:pt x="8529" y="133350"/>
                  <a:pt x="19050" y="133350"/>
                </a:cubicBezTo>
                <a:close/>
              </a:path>
            </a:pathLst>
          </a:custGeom>
          <a:noFill/>
          <a:ln w="9525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BFBFB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8" name="Google Shape;28;p2"/>
          <p:cNvCxnSpPr/>
          <p:nvPr/>
        </p:nvCxnSpPr>
        <p:spPr>
          <a:xfrm>
            <a:off x="4279036" y="4760125"/>
            <a:ext cx="0" cy="1440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" name="Google Shape;29;p2">
            <a:hlinkClick r:id="rId3"/>
          </p:cNvPr>
          <p:cNvSpPr/>
          <p:nvPr/>
        </p:nvSpPr>
        <p:spPr>
          <a:xfrm>
            <a:off x="6373502" y="4761949"/>
            <a:ext cx="126000" cy="125723"/>
          </a:xfrm>
          <a:custGeom>
            <a:avLst/>
            <a:gdLst/>
            <a:ahLst/>
            <a:cxnLst/>
            <a:rect l="l" t="t" r="r" b="b"/>
            <a:pathLst>
              <a:path w="144000" h="143683" extrusionOk="0">
                <a:moveTo>
                  <a:pt x="4612" y="46168"/>
                </a:moveTo>
                <a:lnTo>
                  <a:pt x="33520" y="46168"/>
                </a:lnTo>
                <a:cubicBezTo>
                  <a:pt x="34803" y="46168"/>
                  <a:pt x="35842" y="47208"/>
                  <a:pt x="35842" y="48491"/>
                </a:cubicBezTo>
                <a:lnTo>
                  <a:pt x="35842" y="141361"/>
                </a:lnTo>
                <a:cubicBezTo>
                  <a:pt x="35842" y="142644"/>
                  <a:pt x="34803" y="143683"/>
                  <a:pt x="33520" y="143683"/>
                </a:cubicBezTo>
                <a:lnTo>
                  <a:pt x="4612" y="143683"/>
                </a:lnTo>
                <a:cubicBezTo>
                  <a:pt x="3329" y="143683"/>
                  <a:pt x="2289" y="142644"/>
                  <a:pt x="2289" y="141361"/>
                </a:cubicBezTo>
                <a:lnTo>
                  <a:pt x="2289" y="48491"/>
                </a:lnTo>
                <a:cubicBezTo>
                  <a:pt x="2289" y="47208"/>
                  <a:pt x="3329" y="46168"/>
                  <a:pt x="4612" y="46168"/>
                </a:cubicBezTo>
                <a:close/>
                <a:moveTo>
                  <a:pt x="107050" y="43860"/>
                </a:moveTo>
                <a:cubicBezTo>
                  <a:pt x="139610" y="43860"/>
                  <a:pt x="144000" y="67397"/>
                  <a:pt x="144000" y="90420"/>
                </a:cubicBezTo>
                <a:lnTo>
                  <a:pt x="144000" y="141361"/>
                </a:lnTo>
                <a:cubicBezTo>
                  <a:pt x="144000" y="142644"/>
                  <a:pt x="142961" y="143683"/>
                  <a:pt x="141678" y="143683"/>
                </a:cubicBezTo>
                <a:lnTo>
                  <a:pt x="112822" y="143683"/>
                </a:lnTo>
                <a:cubicBezTo>
                  <a:pt x="111539" y="143683"/>
                  <a:pt x="110499" y="142644"/>
                  <a:pt x="110499" y="141361"/>
                </a:cubicBezTo>
                <a:lnTo>
                  <a:pt x="110499" y="96208"/>
                </a:lnTo>
                <a:cubicBezTo>
                  <a:pt x="110499" y="83566"/>
                  <a:pt x="109565" y="73896"/>
                  <a:pt x="97810" y="73896"/>
                </a:cubicBezTo>
                <a:cubicBezTo>
                  <a:pt x="87016" y="73896"/>
                  <a:pt x="82811" y="79928"/>
                  <a:pt x="82811" y="95412"/>
                </a:cubicBezTo>
                <a:lnTo>
                  <a:pt x="82811" y="141360"/>
                </a:lnTo>
                <a:cubicBezTo>
                  <a:pt x="82811" y="142643"/>
                  <a:pt x="81771" y="143683"/>
                  <a:pt x="80488" y="143683"/>
                </a:cubicBezTo>
                <a:lnTo>
                  <a:pt x="51643" y="143683"/>
                </a:lnTo>
                <a:cubicBezTo>
                  <a:pt x="50360" y="143683"/>
                  <a:pt x="49320" y="142643"/>
                  <a:pt x="49320" y="141360"/>
                </a:cubicBezTo>
                <a:lnTo>
                  <a:pt x="49320" y="48491"/>
                </a:lnTo>
                <a:cubicBezTo>
                  <a:pt x="49320" y="47208"/>
                  <a:pt x="50360" y="46168"/>
                  <a:pt x="51643" y="46168"/>
                </a:cubicBezTo>
                <a:lnTo>
                  <a:pt x="79328" y="46168"/>
                </a:lnTo>
                <a:cubicBezTo>
                  <a:pt x="80611" y="46168"/>
                  <a:pt x="81650" y="47208"/>
                  <a:pt x="81650" y="48491"/>
                </a:cubicBezTo>
                <a:lnTo>
                  <a:pt x="81650" y="54523"/>
                </a:lnTo>
                <a:cubicBezTo>
                  <a:pt x="86856" y="48851"/>
                  <a:pt x="95439" y="43860"/>
                  <a:pt x="107050" y="43860"/>
                </a:cubicBezTo>
                <a:close/>
                <a:moveTo>
                  <a:pt x="19076" y="0"/>
                </a:moveTo>
                <a:cubicBezTo>
                  <a:pt x="29586" y="0"/>
                  <a:pt x="38137" y="8548"/>
                  <a:pt x="38136" y="19055"/>
                </a:cubicBezTo>
                <a:cubicBezTo>
                  <a:pt x="38136" y="29566"/>
                  <a:pt x="29586" y="38118"/>
                  <a:pt x="19076" y="38118"/>
                </a:cubicBezTo>
                <a:cubicBezTo>
                  <a:pt x="8557" y="38118"/>
                  <a:pt x="0" y="29567"/>
                  <a:pt x="0" y="19055"/>
                </a:cubicBezTo>
                <a:cubicBezTo>
                  <a:pt x="0" y="8548"/>
                  <a:pt x="8557" y="0"/>
                  <a:pt x="19076" y="0"/>
                </a:cubicBez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BFBFB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0" name="Google Shape;30;p2">
            <a:hlinkClick r:id="rId4"/>
          </p:cNvPr>
          <p:cNvSpPr/>
          <p:nvPr/>
        </p:nvSpPr>
        <p:spPr>
          <a:xfrm>
            <a:off x="6924919" y="4781232"/>
            <a:ext cx="143832" cy="100252"/>
          </a:xfrm>
          <a:custGeom>
            <a:avLst/>
            <a:gdLst/>
            <a:ahLst/>
            <a:cxnLst/>
            <a:rect l="l" t="t" r="r" b="b"/>
            <a:pathLst>
              <a:path w="913221" h="636522" extrusionOk="0">
                <a:moveTo>
                  <a:pt x="897441" y="102392"/>
                </a:moveTo>
                <a:cubicBezTo>
                  <a:pt x="886261" y="53825"/>
                  <a:pt x="846536" y="17994"/>
                  <a:pt x="798714" y="12649"/>
                </a:cubicBezTo>
                <a:cubicBezTo>
                  <a:pt x="685470" y="8"/>
                  <a:pt x="570850" y="-58"/>
                  <a:pt x="456757" y="8"/>
                </a:cubicBezTo>
                <a:cubicBezTo>
                  <a:pt x="342645" y="-58"/>
                  <a:pt x="228006" y="8"/>
                  <a:pt x="114762" y="12649"/>
                </a:cubicBezTo>
                <a:cubicBezTo>
                  <a:pt x="66968" y="17994"/>
                  <a:pt x="27272" y="53825"/>
                  <a:pt x="16092" y="102392"/>
                </a:cubicBezTo>
                <a:cubicBezTo>
                  <a:pt x="179" y="171557"/>
                  <a:pt x="0" y="247056"/>
                  <a:pt x="0" y="318266"/>
                </a:cubicBezTo>
                <a:cubicBezTo>
                  <a:pt x="0" y="389476"/>
                  <a:pt x="0" y="464966"/>
                  <a:pt x="15912" y="534121"/>
                </a:cubicBezTo>
                <a:cubicBezTo>
                  <a:pt x="27074" y="582679"/>
                  <a:pt x="66779" y="618510"/>
                  <a:pt x="114602" y="623864"/>
                </a:cubicBezTo>
                <a:cubicBezTo>
                  <a:pt x="227836" y="636515"/>
                  <a:pt x="342466" y="636581"/>
                  <a:pt x="456578" y="636515"/>
                </a:cubicBezTo>
                <a:cubicBezTo>
                  <a:pt x="570708" y="636581"/>
                  <a:pt x="685310" y="636515"/>
                  <a:pt x="798535" y="623864"/>
                </a:cubicBezTo>
                <a:cubicBezTo>
                  <a:pt x="846329" y="618519"/>
                  <a:pt x="886063" y="582688"/>
                  <a:pt x="897243" y="534121"/>
                </a:cubicBezTo>
                <a:cubicBezTo>
                  <a:pt x="913165" y="464957"/>
                  <a:pt x="913222" y="389467"/>
                  <a:pt x="913222" y="318266"/>
                </a:cubicBezTo>
                <a:cubicBezTo>
                  <a:pt x="913222" y="247056"/>
                  <a:pt x="913354" y="171557"/>
                  <a:pt x="897441" y="102392"/>
                </a:cubicBezTo>
                <a:close/>
                <a:moveTo>
                  <a:pt x="338762" y="460008"/>
                </a:moveTo>
                <a:cubicBezTo>
                  <a:pt x="338762" y="358990"/>
                  <a:pt x="338762" y="259028"/>
                  <a:pt x="338762" y="158001"/>
                </a:cubicBezTo>
                <a:cubicBezTo>
                  <a:pt x="435547" y="208500"/>
                  <a:pt x="531691" y="258660"/>
                  <a:pt x="629088" y="309471"/>
                </a:cubicBezTo>
                <a:cubicBezTo>
                  <a:pt x="531992" y="359829"/>
                  <a:pt x="435801" y="409687"/>
                  <a:pt x="338762" y="460008"/>
                </a:cubicBez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BFBFB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" name="Google Shape;31;p2">
            <a:hlinkClick r:id="rId5"/>
          </p:cNvPr>
          <p:cNvSpPr/>
          <p:nvPr/>
        </p:nvSpPr>
        <p:spPr>
          <a:xfrm>
            <a:off x="6087804" y="4769125"/>
            <a:ext cx="129600" cy="128560"/>
          </a:xfrm>
          <a:custGeom>
            <a:avLst/>
            <a:gdLst/>
            <a:ahLst/>
            <a:cxnLst/>
            <a:rect l="l" t="t" r="r" b="b"/>
            <a:pathLst>
              <a:path w="5184000" h="5142388" extrusionOk="0">
                <a:moveTo>
                  <a:pt x="5184000" y="2586908"/>
                </a:moveTo>
                <a:cubicBezTo>
                  <a:pt x="5184000" y="1158197"/>
                  <a:pt x="4023523" y="0"/>
                  <a:pt x="2592000" y="0"/>
                </a:cubicBezTo>
                <a:cubicBezTo>
                  <a:pt x="1160477" y="0"/>
                  <a:pt x="0" y="1158197"/>
                  <a:pt x="0" y="2586908"/>
                </a:cubicBezTo>
                <a:cubicBezTo>
                  <a:pt x="0" y="3878088"/>
                  <a:pt x="947852" y="4948320"/>
                  <a:pt x="2187000" y="5142389"/>
                </a:cubicBezTo>
                <a:lnTo>
                  <a:pt x="2187000" y="3334686"/>
                </a:lnTo>
                <a:lnTo>
                  <a:pt x="1528875" y="3334686"/>
                </a:lnTo>
                <a:lnTo>
                  <a:pt x="1528875" y="2586908"/>
                </a:lnTo>
                <a:lnTo>
                  <a:pt x="2187000" y="2586908"/>
                </a:lnTo>
                <a:lnTo>
                  <a:pt x="2187000" y="2016980"/>
                </a:lnTo>
                <a:cubicBezTo>
                  <a:pt x="2187000" y="1368636"/>
                  <a:pt x="2573978" y="1010511"/>
                  <a:pt x="3166037" y="1010511"/>
                </a:cubicBezTo>
                <a:cubicBezTo>
                  <a:pt x="3449638" y="1010511"/>
                  <a:pt x="3746250" y="1061036"/>
                  <a:pt x="3746250" y="1061036"/>
                </a:cubicBezTo>
                <a:lnTo>
                  <a:pt x="3746250" y="1697658"/>
                </a:lnTo>
                <a:lnTo>
                  <a:pt x="3419415" y="1697658"/>
                </a:lnTo>
                <a:cubicBezTo>
                  <a:pt x="3097440" y="1697658"/>
                  <a:pt x="2997000" y="1897083"/>
                  <a:pt x="2997000" y="2101660"/>
                </a:cubicBezTo>
                <a:lnTo>
                  <a:pt x="2997000" y="2586908"/>
                </a:lnTo>
                <a:lnTo>
                  <a:pt x="3715875" y="2586908"/>
                </a:lnTo>
                <a:lnTo>
                  <a:pt x="3600956" y="3334686"/>
                </a:lnTo>
                <a:lnTo>
                  <a:pt x="2997000" y="3334686"/>
                </a:lnTo>
                <a:lnTo>
                  <a:pt x="2997000" y="5142389"/>
                </a:lnTo>
                <a:cubicBezTo>
                  <a:pt x="4236148" y="4948320"/>
                  <a:pt x="5184000" y="3878138"/>
                  <a:pt x="5184000" y="2586908"/>
                </a:cubicBez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BFBFB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32" name="Google Shape;32;p2"/>
          <p:cNvCxnSpPr/>
          <p:nvPr/>
        </p:nvCxnSpPr>
        <p:spPr>
          <a:xfrm>
            <a:off x="5931695" y="4760125"/>
            <a:ext cx="0" cy="1440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33" name="Google Shape;33;p2"/>
          <p:cNvGrpSpPr/>
          <p:nvPr/>
        </p:nvGrpSpPr>
        <p:grpSpPr>
          <a:xfrm>
            <a:off x="6638297" y="4764769"/>
            <a:ext cx="139178" cy="125730"/>
            <a:chOff x="6878849" y="4537864"/>
            <a:chExt cx="202029" cy="182534"/>
          </a:xfrm>
        </p:grpSpPr>
        <p:sp>
          <p:nvSpPr>
            <p:cNvPr id="34" name="Google Shape;34;p2">
              <a:hlinkClick r:id="rId6"/>
            </p:cNvPr>
            <p:cNvSpPr/>
            <p:nvPr/>
          </p:nvSpPr>
          <p:spPr>
            <a:xfrm>
              <a:off x="6878900" y="4537975"/>
              <a:ext cx="201900" cy="18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35" name="Google Shape;35;p2"/>
            <p:cNvGrpSpPr/>
            <p:nvPr/>
          </p:nvGrpSpPr>
          <p:grpSpPr>
            <a:xfrm>
              <a:off x="6878849" y="4537864"/>
              <a:ext cx="202029" cy="182534"/>
              <a:chOff x="1486072" y="841546"/>
              <a:chExt cx="944946" cy="854161"/>
            </a:xfrm>
          </p:grpSpPr>
          <p:sp>
            <p:nvSpPr>
              <p:cNvPr id="36" name="Google Shape;36;p2">
                <a:hlinkClick r:id="rId6"/>
              </p:cNvPr>
              <p:cNvSpPr/>
              <p:nvPr/>
            </p:nvSpPr>
            <p:spPr>
              <a:xfrm>
                <a:off x="1504711" y="1308406"/>
                <a:ext cx="406763" cy="387300"/>
              </a:xfrm>
              <a:custGeom>
                <a:avLst/>
                <a:gdLst/>
                <a:ahLst/>
                <a:cxnLst/>
                <a:rect l="l" t="t" r="r" b="b"/>
                <a:pathLst>
                  <a:path w="406763" h="387300" extrusionOk="0">
                    <a:moveTo>
                      <a:pt x="406764" y="88406"/>
                    </a:moveTo>
                    <a:lnTo>
                      <a:pt x="144994" y="387301"/>
                    </a:lnTo>
                    <a:lnTo>
                      <a:pt x="0" y="387301"/>
                    </a:lnTo>
                    <a:lnTo>
                      <a:pt x="339041" y="0"/>
                    </a:lnTo>
                    <a:lnTo>
                      <a:pt x="406764" y="88406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37" name="Google Shape;37;p2">
                <a:hlinkClick r:id="rId6"/>
              </p:cNvPr>
              <p:cNvSpPr/>
              <p:nvPr/>
            </p:nvSpPr>
            <p:spPr>
              <a:xfrm>
                <a:off x="1990607" y="841546"/>
                <a:ext cx="384586" cy="363079"/>
              </a:xfrm>
              <a:custGeom>
                <a:avLst/>
                <a:gdLst/>
                <a:ahLst/>
                <a:cxnLst/>
                <a:rect l="l" t="t" r="r" b="b"/>
                <a:pathLst>
                  <a:path w="384586" h="363079" extrusionOk="0">
                    <a:moveTo>
                      <a:pt x="0" y="274186"/>
                    </a:moveTo>
                    <a:lnTo>
                      <a:pt x="239684" y="0"/>
                    </a:lnTo>
                    <a:lnTo>
                      <a:pt x="384586" y="0"/>
                    </a:lnTo>
                    <a:lnTo>
                      <a:pt x="67113" y="363079"/>
                    </a:lnTo>
                    <a:lnTo>
                      <a:pt x="0" y="274186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38" name="Google Shape;38;p2">
                <a:hlinkClick r:id="rId6"/>
              </p:cNvPr>
              <p:cNvSpPr/>
              <p:nvPr/>
            </p:nvSpPr>
            <p:spPr>
              <a:xfrm>
                <a:off x="1486072" y="841546"/>
                <a:ext cx="944946" cy="854161"/>
              </a:xfrm>
              <a:custGeom>
                <a:avLst/>
                <a:gdLst/>
                <a:ahLst/>
                <a:cxnLst/>
                <a:rect l="l" t="t" r="r" b="b"/>
                <a:pathLst>
                  <a:path w="944946" h="854161" extrusionOk="0">
                    <a:moveTo>
                      <a:pt x="944946" y="854161"/>
                    </a:moveTo>
                    <a:lnTo>
                      <a:pt x="653342" y="854161"/>
                    </a:lnTo>
                    <a:lnTo>
                      <a:pt x="0" y="0"/>
                    </a:lnTo>
                    <a:lnTo>
                      <a:pt x="298987" y="0"/>
                    </a:lnTo>
                    <a:lnTo>
                      <a:pt x="944946" y="854161"/>
                    </a:lnTo>
                    <a:close/>
                    <a:moveTo>
                      <a:pt x="693335" y="767433"/>
                    </a:moveTo>
                    <a:lnTo>
                      <a:pt x="773626" y="767433"/>
                    </a:lnTo>
                    <a:lnTo>
                      <a:pt x="255364" y="82182"/>
                    </a:lnTo>
                    <a:lnTo>
                      <a:pt x="169215" y="82182"/>
                    </a:lnTo>
                    <a:lnTo>
                      <a:pt x="693365" y="767433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- Intro Dark">
  <p:cSld name="1 - Intro Dark">
    <p:bg>
      <p:bgPr>
        <a:solidFill>
          <a:schemeClr val="dk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3"/>
          <p:cNvGrpSpPr/>
          <p:nvPr/>
        </p:nvGrpSpPr>
        <p:grpSpPr>
          <a:xfrm>
            <a:off x="3733800" y="2282973"/>
            <a:ext cx="1267691" cy="577554"/>
            <a:chOff x="3733800" y="2190750"/>
            <a:chExt cx="1672538" cy="762000"/>
          </a:xfrm>
        </p:grpSpPr>
        <p:sp>
          <p:nvSpPr>
            <p:cNvPr id="41" name="Google Shape;41;p3"/>
            <p:cNvSpPr/>
            <p:nvPr/>
          </p:nvSpPr>
          <p:spPr>
            <a:xfrm>
              <a:off x="4638679" y="2190750"/>
              <a:ext cx="182708" cy="338042"/>
            </a:xfrm>
            <a:custGeom>
              <a:avLst/>
              <a:gdLst/>
              <a:ahLst/>
              <a:cxnLst/>
              <a:rect l="l" t="t" r="r" b="b"/>
              <a:pathLst>
                <a:path w="182708" h="338042" extrusionOk="0">
                  <a:moveTo>
                    <a:pt x="135901" y="300895"/>
                  </a:moveTo>
                  <a:lnTo>
                    <a:pt x="134960" y="300895"/>
                  </a:lnTo>
                  <a:cubicBezTo>
                    <a:pt x="128555" y="317183"/>
                    <a:pt x="116124" y="338042"/>
                    <a:pt x="80806" y="338042"/>
                  </a:cubicBezTo>
                  <a:cubicBezTo>
                    <a:pt x="22980" y="338042"/>
                    <a:pt x="0" y="289274"/>
                    <a:pt x="0" y="203359"/>
                  </a:cubicBezTo>
                  <a:cubicBezTo>
                    <a:pt x="0" y="92393"/>
                    <a:pt x="38519" y="75248"/>
                    <a:pt x="76191" y="75248"/>
                  </a:cubicBezTo>
                  <a:cubicBezTo>
                    <a:pt x="102844" y="75248"/>
                    <a:pt x="122999" y="88678"/>
                    <a:pt x="132228" y="110966"/>
                  </a:cubicBezTo>
                  <a:lnTo>
                    <a:pt x="133170" y="110966"/>
                  </a:lnTo>
                  <a:lnTo>
                    <a:pt x="133170" y="0"/>
                  </a:lnTo>
                  <a:lnTo>
                    <a:pt x="182709" y="0"/>
                  </a:lnTo>
                  <a:lnTo>
                    <a:pt x="182709" y="331470"/>
                  </a:lnTo>
                  <a:lnTo>
                    <a:pt x="135901" y="331470"/>
                  </a:lnTo>
                  <a:lnTo>
                    <a:pt x="135901" y="300895"/>
                  </a:lnTo>
                  <a:close/>
                  <a:moveTo>
                    <a:pt x="90884" y="115157"/>
                  </a:moveTo>
                  <a:cubicBezTo>
                    <a:pt x="62441" y="115157"/>
                    <a:pt x="52364" y="138398"/>
                    <a:pt x="52364" y="205740"/>
                  </a:cubicBezTo>
                  <a:cubicBezTo>
                    <a:pt x="52364" y="262414"/>
                    <a:pt x="59710" y="298133"/>
                    <a:pt x="94180" y="298133"/>
                  </a:cubicBezTo>
                  <a:cubicBezTo>
                    <a:pt x="128179" y="298133"/>
                    <a:pt x="135996" y="262890"/>
                    <a:pt x="135996" y="209455"/>
                  </a:cubicBezTo>
                  <a:cubicBezTo>
                    <a:pt x="135901" y="149543"/>
                    <a:pt x="129026" y="115157"/>
                    <a:pt x="90884" y="1151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4864145" y="2265807"/>
              <a:ext cx="192786" cy="262794"/>
            </a:xfrm>
            <a:custGeom>
              <a:avLst/>
              <a:gdLst/>
              <a:ahLst/>
              <a:cxnLst/>
              <a:rect l="l" t="t" r="r" b="b"/>
              <a:pathLst>
                <a:path w="192786" h="262794" extrusionOk="0">
                  <a:moveTo>
                    <a:pt x="171596" y="204407"/>
                  </a:moveTo>
                  <a:cubicBezTo>
                    <a:pt x="171596" y="213741"/>
                    <a:pt x="177152" y="222028"/>
                    <a:pt x="184498" y="222028"/>
                  </a:cubicBezTo>
                  <a:cubicBezTo>
                    <a:pt x="187700" y="222028"/>
                    <a:pt x="190902" y="221552"/>
                    <a:pt x="192786" y="220599"/>
                  </a:cubicBezTo>
                  <a:lnTo>
                    <a:pt x="192786" y="253079"/>
                  </a:lnTo>
                  <a:cubicBezTo>
                    <a:pt x="186853" y="255842"/>
                    <a:pt x="178094" y="259080"/>
                    <a:pt x="168488" y="259080"/>
                  </a:cubicBezTo>
                  <a:cubicBezTo>
                    <a:pt x="146450" y="259080"/>
                    <a:pt x="128084" y="250222"/>
                    <a:pt x="126672" y="226124"/>
                  </a:cubicBezTo>
                  <a:lnTo>
                    <a:pt x="125730" y="226124"/>
                  </a:lnTo>
                  <a:cubicBezTo>
                    <a:pt x="112451" y="250698"/>
                    <a:pt x="93144" y="262795"/>
                    <a:pt x="64231" y="262795"/>
                  </a:cubicBezTo>
                  <a:cubicBezTo>
                    <a:pt x="24769" y="262795"/>
                    <a:pt x="0" y="240506"/>
                    <a:pt x="0" y="192691"/>
                  </a:cubicBezTo>
                  <a:cubicBezTo>
                    <a:pt x="0" y="136970"/>
                    <a:pt x="23828" y="125349"/>
                    <a:pt x="57356" y="114205"/>
                  </a:cubicBezTo>
                  <a:lnTo>
                    <a:pt x="95969" y="103537"/>
                  </a:lnTo>
                  <a:cubicBezTo>
                    <a:pt x="113863" y="98393"/>
                    <a:pt x="124882" y="93345"/>
                    <a:pt x="124882" y="71533"/>
                  </a:cubicBezTo>
                  <a:cubicBezTo>
                    <a:pt x="124882" y="48768"/>
                    <a:pt x="117065" y="34385"/>
                    <a:pt x="90884" y="34385"/>
                  </a:cubicBezTo>
                  <a:cubicBezTo>
                    <a:pt x="57826" y="34385"/>
                    <a:pt x="53212" y="58102"/>
                    <a:pt x="53212" y="82201"/>
                  </a:cubicBezTo>
                  <a:lnTo>
                    <a:pt x="6404" y="82201"/>
                  </a:lnTo>
                  <a:cubicBezTo>
                    <a:pt x="6404" y="29242"/>
                    <a:pt x="27971" y="0"/>
                    <a:pt x="93144" y="0"/>
                  </a:cubicBezTo>
                  <a:cubicBezTo>
                    <a:pt x="136749" y="0"/>
                    <a:pt x="171690" y="17145"/>
                    <a:pt x="171690" y="61246"/>
                  </a:cubicBezTo>
                  <a:lnTo>
                    <a:pt x="171690" y="204407"/>
                  </a:lnTo>
                  <a:close/>
                  <a:moveTo>
                    <a:pt x="124788" y="124587"/>
                  </a:moveTo>
                  <a:cubicBezTo>
                    <a:pt x="111980" y="134779"/>
                    <a:pt x="84385" y="140875"/>
                    <a:pt x="69693" y="147828"/>
                  </a:cubicBezTo>
                  <a:cubicBezTo>
                    <a:pt x="55472" y="154781"/>
                    <a:pt x="49539" y="169640"/>
                    <a:pt x="49539" y="188214"/>
                  </a:cubicBezTo>
                  <a:cubicBezTo>
                    <a:pt x="49539" y="209074"/>
                    <a:pt x="59616" y="225838"/>
                    <a:pt x="80335" y="225838"/>
                  </a:cubicBezTo>
                  <a:cubicBezTo>
                    <a:pt x="110190" y="225838"/>
                    <a:pt x="124882" y="203073"/>
                    <a:pt x="124882" y="166402"/>
                  </a:cubicBezTo>
                  <a:lnTo>
                    <a:pt x="124882" y="1245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5068798" y="2201418"/>
              <a:ext cx="123940" cy="323659"/>
            </a:xfrm>
            <a:custGeom>
              <a:avLst/>
              <a:gdLst/>
              <a:ahLst/>
              <a:cxnLst/>
              <a:rect l="l" t="t" r="r" b="b"/>
              <a:pathLst>
                <a:path w="123940" h="323659" extrusionOk="0">
                  <a:moveTo>
                    <a:pt x="0" y="71057"/>
                  </a:moveTo>
                  <a:lnTo>
                    <a:pt x="33999" y="71057"/>
                  </a:lnTo>
                  <a:lnTo>
                    <a:pt x="33999" y="0"/>
                  </a:lnTo>
                  <a:lnTo>
                    <a:pt x="83537" y="0"/>
                  </a:lnTo>
                  <a:lnTo>
                    <a:pt x="83537" y="71057"/>
                  </a:lnTo>
                  <a:lnTo>
                    <a:pt x="123941" y="71057"/>
                  </a:lnTo>
                  <a:lnTo>
                    <a:pt x="123941" y="108204"/>
                  </a:lnTo>
                  <a:lnTo>
                    <a:pt x="83537" y="108204"/>
                  </a:lnTo>
                  <a:lnTo>
                    <a:pt x="83537" y="257270"/>
                  </a:lnTo>
                  <a:cubicBezTo>
                    <a:pt x="83537" y="276797"/>
                    <a:pt x="89000" y="283750"/>
                    <a:pt x="106046" y="283750"/>
                  </a:cubicBezTo>
                  <a:cubicBezTo>
                    <a:pt x="113392" y="283750"/>
                    <a:pt x="119326" y="283274"/>
                    <a:pt x="123941" y="282321"/>
                  </a:cubicBezTo>
                  <a:lnTo>
                    <a:pt x="123941" y="319469"/>
                  </a:lnTo>
                  <a:cubicBezTo>
                    <a:pt x="113392" y="322231"/>
                    <a:pt x="99642" y="323660"/>
                    <a:pt x="84008" y="323660"/>
                  </a:cubicBezTo>
                  <a:cubicBezTo>
                    <a:pt x="50480" y="323660"/>
                    <a:pt x="33999" y="314325"/>
                    <a:pt x="33999" y="263271"/>
                  </a:cubicBezTo>
                  <a:lnTo>
                    <a:pt x="33999" y="108204"/>
                  </a:lnTo>
                  <a:lnTo>
                    <a:pt x="0" y="108204"/>
                  </a:lnTo>
                  <a:lnTo>
                    <a:pt x="0" y="710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5213552" y="2265807"/>
              <a:ext cx="192786" cy="262794"/>
            </a:xfrm>
            <a:custGeom>
              <a:avLst/>
              <a:gdLst/>
              <a:ahLst/>
              <a:cxnLst/>
              <a:rect l="l" t="t" r="r" b="b"/>
              <a:pathLst>
                <a:path w="192786" h="262794" extrusionOk="0">
                  <a:moveTo>
                    <a:pt x="171596" y="204407"/>
                  </a:moveTo>
                  <a:cubicBezTo>
                    <a:pt x="171596" y="213741"/>
                    <a:pt x="177152" y="222028"/>
                    <a:pt x="184498" y="222028"/>
                  </a:cubicBezTo>
                  <a:cubicBezTo>
                    <a:pt x="187700" y="222028"/>
                    <a:pt x="190902" y="221552"/>
                    <a:pt x="192786" y="220599"/>
                  </a:cubicBezTo>
                  <a:lnTo>
                    <a:pt x="192786" y="253079"/>
                  </a:lnTo>
                  <a:cubicBezTo>
                    <a:pt x="186853" y="255842"/>
                    <a:pt x="178094" y="259080"/>
                    <a:pt x="168488" y="259080"/>
                  </a:cubicBezTo>
                  <a:cubicBezTo>
                    <a:pt x="146450" y="259080"/>
                    <a:pt x="128085" y="250222"/>
                    <a:pt x="126672" y="226124"/>
                  </a:cubicBezTo>
                  <a:lnTo>
                    <a:pt x="125730" y="226124"/>
                  </a:lnTo>
                  <a:cubicBezTo>
                    <a:pt x="112451" y="250698"/>
                    <a:pt x="93144" y="262795"/>
                    <a:pt x="64231" y="262795"/>
                  </a:cubicBezTo>
                  <a:cubicBezTo>
                    <a:pt x="24769" y="262795"/>
                    <a:pt x="0" y="240506"/>
                    <a:pt x="0" y="192691"/>
                  </a:cubicBezTo>
                  <a:cubicBezTo>
                    <a:pt x="0" y="136970"/>
                    <a:pt x="23922" y="125349"/>
                    <a:pt x="57356" y="114205"/>
                  </a:cubicBezTo>
                  <a:lnTo>
                    <a:pt x="95969" y="103537"/>
                  </a:lnTo>
                  <a:cubicBezTo>
                    <a:pt x="113863" y="98393"/>
                    <a:pt x="124882" y="93345"/>
                    <a:pt x="124882" y="71533"/>
                  </a:cubicBezTo>
                  <a:cubicBezTo>
                    <a:pt x="124882" y="48768"/>
                    <a:pt x="117066" y="34385"/>
                    <a:pt x="90884" y="34385"/>
                  </a:cubicBezTo>
                  <a:cubicBezTo>
                    <a:pt x="57826" y="34385"/>
                    <a:pt x="53212" y="58102"/>
                    <a:pt x="53212" y="82201"/>
                  </a:cubicBezTo>
                  <a:lnTo>
                    <a:pt x="6404" y="82201"/>
                  </a:lnTo>
                  <a:cubicBezTo>
                    <a:pt x="6404" y="29242"/>
                    <a:pt x="27971" y="0"/>
                    <a:pt x="93144" y="0"/>
                  </a:cubicBezTo>
                  <a:cubicBezTo>
                    <a:pt x="136749" y="0"/>
                    <a:pt x="171690" y="17145"/>
                    <a:pt x="171690" y="61246"/>
                  </a:cubicBezTo>
                  <a:lnTo>
                    <a:pt x="171690" y="204407"/>
                  </a:lnTo>
                  <a:close/>
                  <a:moveTo>
                    <a:pt x="124694" y="124587"/>
                  </a:moveTo>
                  <a:cubicBezTo>
                    <a:pt x="111886" y="134779"/>
                    <a:pt x="84291" y="140875"/>
                    <a:pt x="69599" y="147828"/>
                  </a:cubicBezTo>
                  <a:cubicBezTo>
                    <a:pt x="55378" y="154781"/>
                    <a:pt x="49444" y="169640"/>
                    <a:pt x="49444" y="188214"/>
                  </a:cubicBezTo>
                  <a:cubicBezTo>
                    <a:pt x="49444" y="209074"/>
                    <a:pt x="59522" y="225838"/>
                    <a:pt x="80241" y="225838"/>
                  </a:cubicBezTo>
                  <a:cubicBezTo>
                    <a:pt x="110096" y="225838"/>
                    <a:pt x="124788" y="203073"/>
                    <a:pt x="124788" y="166402"/>
                  </a:cubicBezTo>
                  <a:lnTo>
                    <a:pt x="124788" y="1245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45" name="Google Shape;45;p3"/>
            <p:cNvGrpSpPr/>
            <p:nvPr/>
          </p:nvGrpSpPr>
          <p:grpSpPr>
            <a:xfrm>
              <a:off x="4650640" y="2610992"/>
              <a:ext cx="494255" cy="341757"/>
              <a:chOff x="4650640" y="2610992"/>
              <a:chExt cx="494255" cy="341757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4650640" y="2610992"/>
                <a:ext cx="49538" cy="335184"/>
              </a:xfrm>
              <a:custGeom>
                <a:avLst/>
                <a:gdLst/>
                <a:ahLst/>
                <a:cxnLst/>
                <a:rect l="l" t="t" r="r" b="b"/>
                <a:pathLst>
                  <a:path w="49538" h="335184" extrusionOk="0">
                    <a:moveTo>
                      <a:pt x="0" y="0"/>
                    </a:moveTo>
                    <a:lnTo>
                      <a:pt x="49539" y="0"/>
                    </a:lnTo>
                    <a:lnTo>
                      <a:pt x="49539" y="50102"/>
                    </a:lnTo>
                    <a:lnTo>
                      <a:pt x="0" y="50102"/>
                    </a:lnTo>
                    <a:lnTo>
                      <a:pt x="0" y="0"/>
                    </a:lnTo>
                    <a:close/>
                    <a:moveTo>
                      <a:pt x="0" y="85439"/>
                    </a:moveTo>
                    <a:lnTo>
                      <a:pt x="49539" y="85439"/>
                    </a:lnTo>
                    <a:lnTo>
                      <a:pt x="49539" y="335185"/>
                    </a:lnTo>
                    <a:lnTo>
                      <a:pt x="0" y="335185"/>
                    </a:lnTo>
                    <a:lnTo>
                      <a:pt x="0" y="8543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4754802" y="2614707"/>
                <a:ext cx="192409" cy="331565"/>
              </a:xfrm>
              <a:custGeom>
                <a:avLst/>
                <a:gdLst/>
                <a:ahLst/>
                <a:cxnLst/>
                <a:rect l="l" t="t" r="r" b="b"/>
                <a:pathLst>
                  <a:path w="192409" h="331565" extrusionOk="0">
                    <a:moveTo>
                      <a:pt x="0" y="0"/>
                    </a:moveTo>
                    <a:lnTo>
                      <a:pt x="49633" y="0"/>
                    </a:lnTo>
                    <a:lnTo>
                      <a:pt x="49633" y="186214"/>
                    </a:lnTo>
                    <a:lnTo>
                      <a:pt x="50574" y="186214"/>
                    </a:lnTo>
                    <a:lnTo>
                      <a:pt x="125353" y="81725"/>
                    </a:lnTo>
                    <a:lnTo>
                      <a:pt x="182709" y="81248"/>
                    </a:lnTo>
                    <a:lnTo>
                      <a:pt x="108401" y="177832"/>
                    </a:lnTo>
                    <a:lnTo>
                      <a:pt x="192409" y="331565"/>
                    </a:lnTo>
                    <a:lnTo>
                      <a:pt x="138256" y="331565"/>
                    </a:lnTo>
                    <a:lnTo>
                      <a:pt x="77604" y="217837"/>
                    </a:lnTo>
                    <a:lnTo>
                      <a:pt x="49633" y="252127"/>
                    </a:lnTo>
                    <a:lnTo>
                      <a:pt x="49633" y="331565"/>
                    </a:lnTo>
                    <a:lnTo>
                      <a:pt x="0" y="33156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4971887" y="2696432"/>
                <a:ext cx="173008" cy="256317"/>
              </a:xfrm>
              <a:custGeom>
                <a:avLst/>
                <a:gdLst/>
                <a:ahLst/>
                <a:cxnLst/>
                <a:rect l="l" t="t" r="r" b="b"/>
                <a:pathLst>
                  <a:path w="173008" h="256317" extrusionOk="0">
                    <a:moveTo>
                      <a:pt x="126295" y="220599"/>
                    </a:moveTo>
                    <a:lnTo>
                      <a:pt x="124882" y="220599"/>
                    </a:lnTo>
                    <a:cubicBezTo>
                      <a:pt x="112451" y="242887"/>
                      <a:pt x="89094" y="256318"/>
                      <a:pt x="61499" y="256318"/>
                    </a:cubicBezTo>
                    <a:cubicBezTo>
                      <a:pt x="24769" y="256318"/>
                      <a:pt x="0" y="239173"/>
                      <a:pt x="0" y="174593"/>
                    </a:cubicBezTo>
                    <a:lnTo>
                      <a:pt x="0" y="0"/>
                    </a:lnTo>
                    <a:lnTo>
                      <a:pt x="49539" y="0"/>
                    </a:lnTo>
                    <a:lnTo>
                      <a:pt x="49539" y="179261"/>
                    </a:lnTo>
                    <a:cubicBezTo>
                      <a:pt x="49539" y="207074"/>
                      <a:pt x="61970" y="216408"/>
                      <a:pt x="83066" y="216408"/>
                    </a:cubicBezTo>
                    <a:cubicBezTo>
                      <a:pt x="104163" y="216408"/>
                      <a:pt x="123470" y="202501"/>
                      <a:pt x="123470" y="174593"/>
                    </a:cubicBezTo>
                    <a:lnTo>
                      <a:pt x="123470" y="0"/>
                    </a:lnTo>
                    <a:lnTo>
                      <a:pt x="173008" y="0"/>
                    </a:lnTo>
                    <a:lnTo>
                      <a:pt x="173008" y="249745"/>
                    </a:lnTo>
                    <a:lnTo>
                      <a:pt x="126201" y="249745"/>
                    </a:lnTo>
                    <a:lnTo>
                      <a:pt x="126201" y="2205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  <p:grpSp>
          <p:nvGrpSpPr>
            <p:cNvPr id="49" name="Google Shape;49;p3"/>
            <p:cNvGrpSpPr/>
            <p:nvPr/>
          </p:nvGrpSpPr>
          <p:grpSpPr>
            <a:xfrm>
              <a:off x="3733800" y="2190750"/>
              <a:ext cx="753438" cy="762000"/>
              <a:chOff x="3733800" y="2190750"/>
              <a:chExt cx="753438" cy="762000"/>
            </a:xfrm>
          </p:grpSpPr>
          <p:sp>
            <p:nvSpPr>
              <p:cNvPr id="50" name="Google Shape;50;p3"/>
              <p:cNvSpPr/>
              <p:nvPr/>
            </p:nvSpPr>
            <p:spPr>
              <a:xfrm>
                <a:off x="3733800" y="2190750"/>
                <a:ext cx="753438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53438" h="762000" extrusionOk="0">
                    <a:moveTo>
                      <a:pt x="376719" y="0"/>
                    </a:moveTo>
                    <a:cubicBezTo>
                      <a:pt x="168676" y="0"/>
                      <a:pt x="0" y="170593"/>
                      <a:pt x="0" y="381000"/>
                    </a:cubicBezTo>
                    <a:cubicBezTo>
                      <a:pt x="0" y="591407"/>
                      <a:pt x="168676" y="762000"/>
                      <a:pt x="376719" y="762000"/>
                    </a:cubicBezTo>
                    <a:cubicBezTo>
                      <a:pt x="584762" y="762000"/>
                      <a:pt x="753438" y="591407"/>
                      <a:pt x="753438" y="381000"/>
                    </a:cubicBezTo>
                    <a:cubicBezTo>
                      <a:pt x="753438" y="170593"/>
                      <a:pt x="584762" y="0"/>
                      <a:pt x="376719" y="0"/>
                    </a:cubicBezTo>
                    <a:moveTo>
                      <a:pt x="581654" y="487013"/>
                    </a:moveTo>
                    <a:lnTo>
                      <a:pt x="392447" y="487013"/>
                    </a:lnTo>
                    <a:lnTo>
                      <a:pt x="392447" y="457391"/>
                    </a:lnTo>
                    <a:lnTo>
                      <a:pt x="581654" y="457391"/>
                    </a:lnTo>
                    <a:lnTo>
                      <a:pt x="581654" y="487013"/>
                    </a:lnTo>
                    <a:close/>
                    <a:moveTo>
                      <a:pt x="558486" y="209836"/>
                    </a:moveTo>
                    <a:cubicBezTo>
                      <a:pt x="558486" y="209836"/>
                      <a:pt x="545583" y="227076"/>
                      <a:pt x="552459" y="273177"/>
                    </a:cubicBezTo>
                    <a:cubicBezTo>
                      <a:pt x="565361" y="359664"/>
                      <a:pt x="520437" y="436721"/>
                      <a:pt x="440761" y="436721"/>
                    </a:cubicBezTo>
                    <a:lnTo>
                      <a:pt x="381993" y="436721"/>
                    </a:lnTo>
                    <a:cubicBezTo>
                      <a:pt x="381993" y="436721"/>
                      <a:pt x="324449" y="433769"/>
                      <a:pt x="289885" y="468821"/>
                    </a:cubicBezTo>
                    <a:cubicBezTo>
                      <a:pt x="187418" y="572357"/>
                      <a:pt x="163025" y="599218"/>
                      <a:pt x="155679" y="603218"/>
                    </a:cubicBezTo>
                    <a:cubicBezTo>
                      <a:pt x="150970" y="605695"/>
                      <a:pt x="149840" y="600266"/>
                      <a:pt x="149840" y="600266"/>
                    </a:cubicBezTo>
                    <a:lnTo>
                      <a:pt x="452628" y="222694"/>
                    </a:lnTo>
                    <a:cubicBezTo>
                      <a:pt x="446224" y="154591"/>
                      <a:pt x="526088" y="136493"/>
                      <a:pt x="555472" y="186976"/>
                    </a:cubicBezTo>
                    <a:lnTo>
                      <a:pt x="583255" y="179070"/>
                    </a:lnTo>
                    <a:lnTo>
                      <a:pt x="558486" y="2098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4227113" y="2381154"/>
                <a:ext cx="29761" cy="30098"/>
              </a:xfrm>
              <a:custGeom>
                <a:avLst/>
                <a:gdLst/>
                <a:ahLst/>
                <a:cxnLst/>
                <a:rect l="l" t="t" r="r" b="b"/>
                <a:pathLst>
                  <a:path w="29761" h="30098" extrusionOk="0">
                    <a:moveTo>
                      <a:pt x="14880" y="0"/>
                    </a:moveTo>
                    <a:cubicBezTo>
                      <a:pt x="6687" y="0"/>
                      <a:pt x="0" y="6763"/>
                      <a:pt x="0" y="15049"/>
                    </a:cubicBezTo>
                    <a:cubicBezTo>
                      <a:pt x="0" y="23336"/>
                      <a:pt x="6687" y="30099"/>
                      <a:pt x="14880" y="30099"/>
                    </a:cubicBezTo>
                    <a:cubicBezTo>
                      <a:pt x="23074" y="30099"/>
                      <a:pt x="29761" y="23336"/>
                      <a:pt x="29761" y="15049"/>
                    </a:cubicBezTo>
                    <a:cubicBezTo>
                      <a:pt x="29855" y="6763"/>
                      <a:pt x="23168" y="0"/>
                      <a:pt x="1488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</p:grpSp>
      <p:sp>
        <p:nvSpPr>
          <p:cNvPr id="52" name="Google Shape;52;p3"/>
          <p:cNvSpPr txBox="1"/>
          <p:nvPr/>
        </p:nvSpPr>
        <p:spPr>
          <a:xfrm>
            <a:off x="2012617" y="4762876"/>
            <a:ext cx="1222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Pro"/>
              <a:buNone/>
            </a:pPr>
            <a:r>
              <a:rPr lang="en-GB" sz="9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©2024 Dataiku Inc.</a:t>
            </a:r>
            <a:endParaRPr sz="9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245617" y="4760671"/>
            <a:ext cx="144018" cy="144018"/>
          </a:xfrm>
          <a:custGeom>
            <a:avLst/>
            <a:gdLst/>
            <a:ahLst/>
            <a:cxnLst/>
            <a:rect l="l" t="t" r="r" b="b"/>
            <a:pathLst>
              <a:path w="171450" h="171450" extrusionOk="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moveTo>
                  <a:pt x="171450" y="85725"/>
                </a:moveTo>
                <a:cubicBezTo>
                  <a:pt x="171450" y="38380"/>
                  <a:pt x="133070" y="0"/>
                  <a:pt x="85725" y="0"/>
                </a:cubicBezTo>
                <a:moveTo>
                  <a:pt x="171450" y="85725"/>
                </a:moveTo>
                <a:lnTo>
                  <a:pt x="0" y="85725"/>
                </a:lnTo>
                <a:moveTo>
                  <a:pt x="85725" y="171450"/>
                </a:moveTo>
                <a:cubicBezTo>
                  <a:pt x="38380" y="171450"/>
                  <a:pt x="0" y="133070"/>
                  <a:pt x="0" y="85725"/>
                </a:cubicBezTo>
                <a:moveTo>
                  <a:pt x="85725" y="171450"/>
                </a:moveTo>
                <a:cubicBezTo>
                  <a:pt x="101508" y="171450"/>
                  <a:pt x="114300" y="133064"/>
                  <a:pt x="114300" y="85725"/>
                </a:cubicBezTo>
                <a:cubicBezTo>
                  <a:pt x="114300" y="38386"/>
                  <a:pt x="101508" y="0"/>
                  <a:pt x="85725" y="0"/>
                </a:cubicBezTo>
                <a:moveTo>
                  <a:pt x="85725" y="171450"/>
                </a:moveTo>
                <a:cubicBezTo>
                  <a:pt x="69942" y="171450"/>
                  <a:pt x="57150" y="133064"/>
                  <a:pt x="57150" y="85725"/>
                </a:cubicBezTo>
                <a:cubicBezTo>
                  <a:pt x="57150" y="38386"/>
                  <a:pt x="69942" y="0"/>
                  <a:pt x="85725" y="0"/>
                </a:cubicBezTo>
                <a:moveTo>
                  <a:pt x="85725" y="0"/>
                </a:moveTo>
                <a:cubicBezTo>
                  <a:pt x="38380" y="0"/>
                  <a:pt x="0" y="38380"/>
                  <a:pt x="0" y="85725"/>
                </a:cubicBezTo>
              </a:path>
            </a:pathLst>
          </a:custGeom>
          <a:noFill/>
          <a:ln w="1587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3498873" y="4763422"/>
            <a:ext cx="729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dataiku.com</a:t>
            </a:r>
            <a:endParaRPr sz="9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5" name="Google Shape;55;p3"/>
          <p:cNvCxnSpPr/>
          <p:nvPr/>
        </p:nvCxnSpPr>
        <p:spPr>
          <a:xfrm>
            <a:off x="3089508" y="4759579"/>
            <a:ext cx="0" cy="14400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6" name="Google Shape;56;p3"/>
          <p:cNvSpPr txBox="1"/>
          <p:nvPr/>
        </p:nvSpPr>
        <p:spPr>
          <a:xfrm>
            <a:off x="4688401" y="4762876"/>
            <a:ext cx="1198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contact@dataiku.com</a:t>
            </a:r>
            <a:endParaRPr sz="9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435145" y="4776125"/>
            <a:ext cx="144018" cy="112014"/>
          </a:xfrm>
          <a:custGeom>
            <a:avLst/>
            <a:gdLst/>
            <a:ahLst/>
            <a:cxnLst/>
            <a:rect l="l" t="t" r="r" b="b"/>
            <a:pathLst>
              <a:path w="171450" h="133350" extrusionOk="0">
                <a:moveTo>
                  <a:pt x="0" y="28575"/>
                </a:moveTo>
                <a:lnTo>
                  <a:pt x="75152" y="78677"/>
                </a:lnTo>
                <a:cubicBezTo>
                  <a:pt x="81554" y="82948"/>
                  <a:pt x="89896" y="82948"/>
                  <a:pt x="96298" y="78677"/>
                </a:cubicBezTo>
                <a:lnTo>
                  <a:pt x="171450" y="28575"/>
                </a:lnTo>
                <a:moveTo>
                  <a:pt x="19050" y="133350"/>
                </a:moveTo>
                <a:lnTo>
                  <a:pt x="152400" y="133350"/>
                </a:lnTo>
                <a:cubicBezTo>
                  <a:pt x="162921" y="133350"/>
                  <a:pt x="171450" y="124821"/>
                  <a:pt x="171450" y="114300"/>
                </a:cubicBezTo>
                <a:lnTo>
                  <a:pt x="171450" y="19050"/>
                </a:lnTo>
                <a:cubicBezTo>
                  <a:pt x="171450" y="8529"/>
                  <a:pt x="162921" y="0"/>
                  <a:pt x="152400" y="0"/>
                </a:cubicBezTo>
                <a:lnTo>
                  <a:pt x="19050" y="0"/>
                </a:lnTo>
                <a:cubicBezTo>
                  <a:pt x="8529" y="0"/>
                  <a:pt x="0" y="8529"/>
                  <a:pt x="0" y="19050"/>
                </a:cubicBezTo>
                <a:lnTo>
                  <a:pt x="0" y="114300"/>
                </a:lnTo>
                <a:cubicBezTo>
                  <a:pt x="0" y="124821"/>
                  <a:pt x="8529" y="133350"/>
                  <a:pt x="19050" y="133350"/>
                </a:cubicBezTo>
                <a:close/>
              </a:path>
            </a:pathLst>
          </a:custGeom>
          <a:noFill/>
          <a:ln w="1587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8" name="Google Shape;58;p3"/>
          <p:cNvCxnSpPr/>
          <p:nvPr/>
        </p:nvCxnSpPr>
        <p:spPr>
          <a:xfrm>
            <a:off x="4279036" y="4760125"/>
            <a:ext cx="0" cy="14400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" name="Google Shape;59;p3"/>
          <p:cNvCxnSpPr/>
          <p:nvPr/>
        </p:nvCxnSpPr>
        <p:spPr>
          <a:xfrm>
            <a:off x="5931695" y="4760125"/>
            <a:ext cx="0" cy="14400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3">
            <a:hlinkClick r:id="rId2"/>
          </p:cNvPr>
          <p:cNvSpPr/>
          <p:nvPr/>
        </p:nvSpPr>
        <p:spPr>
          <a:xfrm>
            <a:off x="6373502" y="4761949"/>
            <a:ext cx="126000" cy="125723"/>
          </a:xfrm>
          <a:custGeom>
            <a:avLst/>
            <a:gdLst/>
            <a:ahLst/>
            <a:cxnLst/>
            <a:rect l="l" t="t" r="r" b="b"/>
            <a:pathLst>
              <a:path w="144000" h="143683" extrusionOk="0">
                <a:moveTo>
                  <a:pt x="4612" y="46168"/>
                </a:moveTo>
                <a:lnTo>
                  <a:pt x="33520" y="46168"/>
                </a:lnTo>
                <a:cubicBezTo>
                  <a:pt x="34803" y="46168"/>
                  <a:pt x="35842" y="47208"/>
                  <a:pt x="35842" y="48491"/>
                </a:cubicBezTo>
                <a:lnTo>
                  <a:pt x="35842" y="141361"/>
                </a:lnTo>
                <a:cubicBezTo>
                  <a:pt x="35842" y="142644"/>
                  <a:pt x="34803" y="143683"/>
                  <a:pt x="33520" y="143683"/>
                </a:cubicBezTo>
                <a:lnTo>
                  <a:pt x="4612" y="143683"/>
                </a:lnTo>
                <a:cubicBezTo>
                  <a:pt x="3329" y="143683"/>
                  <a:pt x="2289" y="142644"/>
                  <a:pt x="2289" y="141361"/>
                </a:cubicBezTo>
                <a:lnTo>
                  <a:pt x="2289" y="48491"/>
                </a:lnTo>
                <a:cubicBezTo>
                  <a:pt x="2289" y="47208"/>
                  <a:pt x="3329" y="46168"/>
                  <a:pt x="4612" y="46168"/>
                </a:cubicBezTo>
                <a:close/>
                <a:moveTo>
                  <a:pt x="107050" y="43860"/>
                </a:moveTo>
                <a:cubicBezTo>
                  <a:pt x="139610" y="43860"/>
                  <a:pt x="144000" y="67397"/>
                  <a:pt x="144000" y="90420"/>
                </a:cubicBezTo>
                <a:lnTo>
                  <a:pt x="144000" y="141361"/>
                </a:lnTo>
                <a:cubicBezTo>
                  <a:pt x="144000" y="142644"/>
                  <a:pt x="142961" y="143683"/>
                  <a:pt x="141678" y="143683"/>
                </a:cubicBezTo>
                <a:lnTo>
                  <a:pt x="112822" y="143683"/>
                </a:lnTo>
                <a:cubicBezTo>
                  <a:pt x="111539" y="143683"/>
                  <a:pt x="110499" y="142644"/>
                  <a:pt x="110499" y="141361"/>
                </a:cubicBezTo>
                <a:lnTo>
                  <a:pt x="110499" y="96208"/>
                </a:lnTo>
                <a:cubicBezTo>
                  <a:pt x="110499" y="83566"/>
                  <a:pt x="109565" y="73896"/>
                  <a:pt x="97810" y="73896"/>
                </a:cubicBezTo>
                <a:cubicBezTo>
                  <a:pt x="87016" y="73896"/>
                  <a:pt x="82811" y="79928"/>
                  <a:pt x="82811" y="95412"/>
                </a:cubicBezTo>
                <a:lnTo>
                  <a:pt x="82811" y="141360"/>
                </a:lnTo>
                <a:cubicBezTo>
                  <a:pt x="82811" y="142643"/>
                  <a:pt x="81771" y="143683"/>
                  <a:pt x="80488" y="143683"/>
                </a:cubicBezTo>
                <a:lnTo>
                  <a:pt x="51643" y="143683"/>
                </a:lnTo>
                <a:cubicBezTo>
                  <a:pt x="50360" y="143683"/>
                  <a:pt x="49320" y="142643"/>
                  <a:pt x="49320" y="141360"/>
                </a:cubicBezTo>
                <a:lnTo>
                  <a:pt x="49320" y="48491"/>
                </a:lnTo>
                <a:cubicBezTo>
                  <a:pt x="49320" y="47208"/>
                  <a:pt x="50360" y="46168"/>
                  <a:pt x="51643" y="46168"/>
                </a:cubicBezTo>
                <a:lnTo>
                  <a:pt x="79328" y="46168"/>
                </a:lnTo>
                <a:cubicBezTo>
                  <a:pt x="80611" y="46168"/>
                  <a:pt x="81650" y="47208"/>
                  <a:pt x="81650" y="48491"/>
                </a:cubicBezTo>
                <a:lnTo>
                  <a:pt x="81650" y="54523"/>
                </a:lnTo>
                <a:cubicBezTo>
                  <a:pt x="86856" y="48851"/>
                  <a:pt x="95439" y="43860"/>
                  <a:pt x="107050" y="43860"/>
                </a:cubicBezTo>
                <a:close/>
                <a:moveTo>
                  <a:pt x="19076" y="0"/>
                </a:moveTo>
                <a:cubicBezTo>
                  <a:pt x="29586" y="0"/>
                  <a:pt x="38137" y="8548"/>
                  <a:pt x="38136" y="19055"/>
                </a:cubicBezTo>
                <a:cubicBezTo>
                  <a:pt x="38136" y="29566"/>
                  <a:pt x="29586" y="38118"/>
                  <a:pt x="19076" y="38118"/>
                </a:cubicBezTo>
                <a:cubicBezTo>
                  <a:pt x="8557" y="38118"/>
                  <a:pt x="0" y="29567"/>
                  <a:pt x="0" y="19055"/>
                </a:cubicBezTo>
                <a:cubicBezTo>
                  <a:pt x="0" y="8548"/>
                  <a:pt x="8557" y="0"/>
                  <a:pt x="1907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BFBFB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1" name="Google Shape;61;p3">
            <a:hlinkClick r:id="rId3"/>
          </p:cNvPr>
          <p:cNvSpPr/>
          <p:nvPr/>
        </p:nvSpPr>
        <p:spPr>
          <a:xfrm>
            <a:off x="6924919" y="4781232"/>
            <a:ext cx="143832" cy="100252"/>
          </a:xfrm>
          <a:custGeom>
            <a:avLst/>
            <a:gdLst/>
            <a:ahLst/>
            <a:cxnLst/>
            <a:rect l="l" t="t" r="r" b="b"/>
            <a:pathLst>
              <a:path w="913221" h="636522" extrusionOk="0">
                <a:moveTo>
                  <a:pt x="897441" y="102392"/>
                </a:moveTo>
                <a:cubicBezTo>
                  <a:pt x="886261" y="53825"/>
                  <a:pt x="846536" y="17994"/>
                  <a:pt x="798714" y="12649"/>
                </a:cubicBezTo>
                <a:cubicBezTo>
                  <a:pt x="685470" y="8"/>
                  <a:pt x="570850" y="-58"/>
                  <a:pt x="456757" y="8"/>
                </a:cubicBezTo>
                <a:cubicBezTo>
                  <a:pt x="342645" y="-58"/>
                  <a:pt x="228006" y="8"/>
                  <a:pt x="114762" y="12649"/>
                </a:cubicBezTo>
                <a:cubicBezTo>
                  <a:pt x="66968" y="17994"/>
                  <a:pt x="27272" y="53825"/>
                  <a:pt x="16092" y="102392"/>
                </a:cubicBezTo>
                <a:cubicBezTo>
                  <a:pt x="179" y="171557"/>
                  <a:pt x="0" y="247056"/>
                  <a:pt x="0" y="318266"/>
                </a:cubicBezTo>
                <a:cubicBezTo>
                  <a:pt x="0" y="389476"/>
                  <a:pt x="0" y="464966"/>
                  <a:pt x="15912" y="534121"/>
                </a:cubicBezTo>
                <a:cubicBezTo>
                  <a:pt x="27074" y="582679"/>
                  <a:pt x="66779" y="618510"/>
                  <a:pt x="114602" y="623864"/>
                </a:cubicBezTo>
                <a:cubicBezTo>
                  <a:pt x="227836" y="636515"/>
                  <a:pt x="342466" y="636581"/>
                  <a:pt x="456578" y="636515"/>
                </a:cubicBezTo>
                <a:cubicBezTo>
                  <a:pt x="570708" y="636581"/>
                  <a:pt x="685310" y="636515"/>
                  <a:pt x="798535" y="623864"/>
                </a:cubicBezTo>
                <a:cubicBezTo>
                  <a:pt x="846329" y="618519"/>
                  <a:pt x="886063" y="582688"/>
                  <a:pt x="897243" y="534121"/>
                </a:cubicBezTo>
                <a:cubicBezTo>
                  <a:pt x="913165" y="464957"/>
                  <a:pt x="913222" y="389467"/>
                  <a:pt x="913222" y="318266"/>
                </a:cubicBezTo>
                <a:cubicBezTo>
                  <a:pt x="913222" y="247056"/>
                  <a:pt x="913354" y="171557"/>
                  <a:pt x="897441" y="102392"/>
                </a:cubicBezTo>
                <a:close/>
                <a:moveTo>
                  <a:pt x="338762" y="460008"/>
                </a:moveTo>
                <a:cubicBezTo>
                  <a:pt x="338762" y="358990"/>
                  <a:pt x="338762" y="259028"/>
                  <a:pt x="338762" y="158001"/>
                </a:cubicBezTo>
                <a:cubicBezTo>
                  <a:pt x="435547" y="208500"/>
                  <a:pt x="531691" y="258660"/>
                  <a:pt x="629088" y="309471"/>
                </a:cubicBezTo>
                <a:cubicBezTo>
                  <a:pt x="531992" y="359829"/>
                  <a:pt x="435801" y="409687"/>
                  <a:pt x="338762" y="46000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BFBFB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2" name="Google Shape;62;p3">
            <a:hlinkClick r:id="rId4"/>
          </p:cNvPr>
          <p:cNvSpPr/>
          <p:nvPr/>
        </p:nvSpPr>
        <p:spPr>
          <a:xfrm>
            <a:off x="6087804" y="4769125"/>
            <a:ext cx="129600" cy="128560"/>
          </a:xfrm>
          <a:custGeom>
            <a:avLst/>
            <a:gdLst/>
            <a:ahLst/>
            <a:cxnLst/>
            <a:rect l="l" t="t" r="r" b="b"/>
            <a:pathLst>
              <a:path w="5184000" h="5142388" extrusionOk="0">
                <a:moveTo>
                  <a:pt x="5184000" y="2586908"/>
                </a:moveTo>
                <a:cubicBezTo>
                  <a:pt x="5184000" y="1158197"/>
                  <a:pt x="4023523" y="0"/>
                  <a:pt x="2592000" y="0"/>
                </a:cubicBezTo>
                <a:cubicBezTo>
                  <a:pt x="1160477" y="0"/>
                  <a:pt x="0" y="1158197"/>
                  <a:pt x="0" y="2586908"/>
                </a:cubicBezTo>
                <a:cubicBezTo>
                  <a:pt x="0" y="3878088"/>
                  <a:pt x="947852" y="4948320"/>
                  <a:pt x="2187000" y="5142389"/>
                </a:cubicBezTo>
                <a:lnTo>
                  <a:pt x="2187000" y="3334686"/>
                </a:lnTo>
                <a:lnTo>
                  <a:pt x="1528875" y="3334686"/>
                </a:lnTo>
                <a:lnTo>
                  <a:pt x="1528875" y="2586908"/>
                </a:lnTo>
                <a:lnTo>
                  <a:pt x="2187000" y="2586908"/>
                </a:lnTo>
                <a:lnTo>
                  <a:pt x="2187000" y="2016980"/>
                </a:lnTo>
                <a:cubicBezTo>
                  <a:pt x="2187000" y="1368636"/>
                  <a:pt x="2573978" y="1010511"/>
                  <a:pt x="3166037" y="1010511"/>
                </a:cubicBezTo>
                <a:cubicBezTo>
                  <a:pt x="3449638" y="1010511"/>
                  <a:pt x="3746250" y="1061036"/>
                  <a:pt x="3746250" y="1061036"/>
                </a:cubicBezTo>
                <a:lnTo>
                  <a:pt x="3746250" y="1697658"/>
                </a:lnTo>
                <a:lnTo>
                  <a:pt x="3419415" y="1697658"/>
                </a:lnTo>
                <a:cubicBezTo>
                  <a:pt x="3097440" y="1697658"/>
                  <a:pt x="2997000" y="1897083"/>
                  <a:pt x="2997000" y="2101660"/>
                </a:cubicBezTo>
                <a:lnTo>
                  <a:pt x="2997000" y="2586908"/>
                </a:lnTo>
                <a:lnTo>
                  <a:pt x="3715875" y="2586908"/>
                </a:lnTo>
                <a:lnTo>
                  <a:pt x="3600956" y="3334686"/>
                </a:lnTo>
                <a:lnTo>
                  <a:pt x="2997000" y="3334686"/>
                </a:lnTo>
                <a:lnTo>
                  <a:pt x="2997000" y="5142389"/>
                </a:lnTo>
                <a:cubicBezTo>
                  <a:pt x="4236148" y="4948320"/>
                  <a:pt x="5184000" y="3878138"/>
                  <a:pt x="5184000" y="258690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BFBFB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63" name="Google Shape;63;p3"/>
          <p:cNvGrpSpPr/>
          <p:nvPr/>
        </p:nvGrpSpPr>
        <p:grpSpPr>
          <a:xfrm>
            <a:off x="6638297" y="4764769"/>
            <a:ext cx="139178" cy="125730"/>
            <a:chOff x="6878849" y="4537864"/>
            <a:chExt cx="202029" cy="182534"/>
          </a:xfrm>
        </p:grpSpPr>
        <p:sp>
          <p:nvSpPr>
            <p:cNvPr id="64" name="Google Shape;64;p3">
              <a:hlinkClick r:id="rId5"/>
            </p:cNvPr>
            <p:cNvSpPr/>
            <p:nvPr/>
          </p:nvSpPr>
          <p:spPr>
            <a:xfrm>
              <a:off x="6878900" y="4537975"/>
              <a:ext cx="201900" cy="18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65" name="Google Shape;65;p3"/>
            <p:cNvGrpSpPr/>
            <p:nvPr/>
          </p:nvGrpSpPr>
          <p:grpSpPr>
            <a:xfrm>
              <a:off x="6878849" y="4537864"/>
              <a:ext cx="202029" cy="182534"/>
              <a:chOff x="1486072" y="841546"/>
              <a:chExt cx="944946" cy="854161"/>
            </a:xfrm>
          </p:grpSpPr>
          <p:sp>
            <p:nvSpPr>
              <p:cNvPr id="66" name="Google Shape;66;p3">
                <a:hlinkClick r:id="rId5"/>
              </p:cNvPr>
              <p:cNvSpPr/>
              <p:nvPr/>
            </p:nvSpPr>
            <p:spPr>
              <a:xfrm>
                <a:off x="1504711" y="1308406"/>
                <a:ext cx="406763" cy="387300"/>
              </a:xfrm>
              <a:custGeom>
                <a:avLst/>
                <a:gdLst/>
                <a:ahLst/>
                <a:cxnLst/>
                <a:rect l="l" t="t" r="r" b="b"/>
                <a:pathLst>
                  <a:path w="406763" h="387300" extrusionOk="0">
                    <a:moveTo>
                      <a:pt x="406764" y="88406"/>
                    </a:moveTo>
                    <a:lnTo>
                      <a:pt x="144994" y="387301"/>
                    </a:lnTo>
                    <a:lnTo>
                      <a:pt x="0" y="387301"/>
                    </a:lnTo>
                    <a:lnTo>
                      <a:pt x="339041" y="0"/>
                    </a:lnTo>
                    <a:lnTo>
                      <a:pt x="406764" y="8840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67" name="Google Shape;67;p3">
                <a:hlinkClick r:id="rId5"/>
              </p:cNvPr>
              <p:cNvSpPr/>
              <p:nvPr/>
            </p:nvSpPr>
            <p:spPr>
              <a:xfrm>
                <a:off x="1990607" y="841546"/>
                <a:ext cx="384586" cy="363079"/>
              </a:xfrm>
              <a:custGeom>
                <a:avLst/>
                <a:gdLst/>
                <a:ahLst/>
                <a:cxnLst/>
                <a:rect l="l" t="t" r="r" b="b"/>
                <a:pathLst>
                  <a:path w="384586" h="363079" extrusionOk="0">
                    <a:moveTo>
                      <a:pt x="0" y="274186"/>
                    </a:moveTo>
                    <a:lnTo>
                      <a:pt x="239684" y="0"/>
                    </a:lnTo>
                    <a:lnTo>
                      <a:pt x="384586" y="0"/>
                    </a:lnTo>
                    <a:lnTo>
                      <a:pt x="67113" y="363079"/>
                    </a:lnTo>
                    <a:lnTo>
                      <a:pt x="0" y="27418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68" name="Google Shape;68;p3">
                <a:hlinkClick r:id="rId5"/>
              </p:cNvPr>
              <p:cNvSpPr/>
              <p:nvPr/>
            </p:nvSpPr>
            <p:spPr>
              <a:xfrm>
                <a:off x="1486072" y="841546"/>
                <a:ext cx="944946" cy="854161"/>
              </a:xfrm>
              <a:custGeom>
                <a:avLst/>
                <a:gdLst/>
                <a:ahLst/>
                <a:cxnLst/>
                <a:rect l="l" t="t" r="r" b="b"/>
                <a:pathLst>
                  <a:path w="944946" h="854161" extrusionOk="0">
                    <a:moveTo>
                      <a:pt x="944946" y="854161"/>
                    </a:moveTo>
                    <a:lnTo>
                      <a:pt x="653342" y="854161"/>
                    </a:lnTo>
                    <a:lnTo>
                      <a:pt x="0" y="0"/>
                    </a:lnTo>
                    <a:lnTo>
                      <a:pt x="298987" y="0"/>
                    </a:lnTo>
                    <a:lnTo>
                      <a:pt x="944946" y="854161"/>
                    </a:lnTo>
                    <a:close/>
                    <a:moveTo>
                      <a:pt x="693335" y="767433"/>
                    </a:moveTo>
                    <a:lnTo>
                      <a:pt x="773626" y="767433"/>
                    </a:lnTo>
                    <a:lnTo>
                      <a:pt x="255364" y="82182"/>
                    </a:lnTo>
                    <a:lnTo>
                      <a:pt x="169215" y="82182"/>
                    </a:lnTo>
                    <a:lnTo>
                      <a:pt x="693365" y="76743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- Presentation title ">
  <p:cSld name="2 - Presentation title ">
    <p:bg>
      <p:bgPr>
        <a:solidFill>
          <a:schemeClr val="dk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-1" y="0"/>
            <a:ext cx="9144048" cy="5143500"/>
          </a:xfrm>
          <a:custGeom>
            <a:avLst/>
            <a:gdLst/>
            <a:ahLst/>
            <a:cxnLst/>
            <a:rect l="l" t="t" r="r" b="b"/>
            <a:pathLst>
              <a:path w="9144048" h="5143500" extrusionOk="0">
                <a:moveTo>
                  <a:pt x="9144000" y="4541601"/>
                </a:moveTo>
                <a:lnTo>
                  <a:pt x="9144048" y="4541601"/>
                </a:lnTo>
                <a:lnTo>
                  <a:pt x="9144048" y="5141121"/>
                </a:lnTo>
                <a:lnTo>
                  <a:pt x="9144000" y="5141121"/>
                </a:lnTo>
                <a:close/>
                <a:moveTo>
                  <a:pt x="6210844" y="0"/>
                </a:moveTo>
                <a:lnTo>
                  <a:pt x="9144000" y="0"/>
                </a:lnTo>
                <a:lnTo>
                  <a:pt x="9144000" y="4541601"/>
                </a:lnTo>
                <a:lnTo>
                  <a:pt x="8856112" y="4541601"/>
                </a:lnTo>
                <a:lnTo>
                  <a:pt x="8856064" y="4541601"/>
                </a:lnTo>
                <a:lnTo>
                  <a:pt x="8856064" y="3746999"/>
                </a:lnTo>
                <a:cubicBezTo>
                  <a:pt x="8856064" y="3575089"/>
                  <a:pt x="8716143" y="3435249"/>
                  <a:pt x="8544134" y="3435249"/>
                </a:cubicBezTo>
                <a:lnTo>
                  <a:pt x="7818581" y="3435249"/>
                </a:lnTo>
                <a:cubicBezTo>
                  <a:pt x="7812297" y="3275282"/>
                  <a:pt x="7680564" y="3147480"/>
                  <a:pt x="7518933" y="3147480"/>
                </a:cubicBezTo>
                <a:cubicBezTo>
                  <a:pt x="7357303" y="3147480"/>
                  <a:pt x="7225618" y="3275282"/>
                  <a:pt x="7219286" y="3435249"/>
                </a:cubicBezTo>
                <a:lnTo>
                  <a:pt x="6498780" y="3435249"/>
                </a:lnTo>
                <a:cubicBezTo>
                  <a:pt x="6340005" y="3435249"/>
                  <a:pt x="6210844" y="3306162"/>
                  <a:pt x="6210844" y="3147480"/>
                </a:cubicBezTo>
                <a:lnTo>
                  <a:pt x="6210844" y="2381426"/>
                </a:lnTo>
                <a:lnTo>
                  <a:pt x="6498494" y="2381426"/>
                </a:lnTo>
                <a:lnTo>
                  <a:pt x="6498494" y="1781906"/>
                </a:lnTo>
                <a:lnTo>
                  <a:pt x="6210844" y="1781906"/>
                </a:lnTo>
                <a:lnTo>
                  <a:pt x="6210844" y="991777"/>
                </a:lnTo>
                <a:cubicBezTo>
                  <a:pt x="6370903" y="985497"/>
                  <a:pt x="6498780" y="853840"/>
                  <a:pt x="6498780" y="692303"/>
                </a:cubicBezTo>
                <a:cubicBezTo>
                  <a:pt x="6498780" y="530765"/>
                  <a:pt x="6370903" y="399157"/>
                  <a:pt x="6210844" y="392828"/>
                </a:cubicBezTo>
                <a:close/>
                <a:moveTo>
                  <a:pt x="0" y="0"/>
                </a:moveTo>
                <a:lnTo>
                  <a:pt x="6186849" y="0"/>
                </a:lnTo>
                <a:lnTo>
                  <a:pt x="6186849" y="392828"/>
                </a:lnTo>
                <a:cubicBezTo>
                  <a:pt x="6026789" y="399109"/>
                  <a:pt x="5898913" y="530765"/>
                  <a:pt x="5898913" y="692303"/>
                </a:cubicBezTo>
                <a:cubicBezTo>
                  <a:pt x="5898913" y="853840"/>
                  <a:pt x="6026789" y="985449"/>
                  <a:pt x="6186849" y="991777"/>
                </a:cubicBezTo>
                <a:lnTo>
                  <a:pt x="6186849" y="1781906"/>
                </a:lnTo>
                <a:lnTo>
                  <a:pt x="5898628" y="1781906"/>
                </a:lnTo>
                <a:lnTo>
                  <a:pt x="5898628" y="2069676"/>
                </a:lnTo>
                <a:lnTo>
                  <a:pt x="5178216" y="2069676"/>
                </a:lnTo>
                <a:cubicBezTo>
                  <a:pt x="5006207" y="2069676"/>
                  <a:pt x="4866286" y="2209516"/>
                  <a:pt x="4866286" y="2381426"/>
                </a:cubicBezTo>
                <a:lnTo>
                  <a:pt x="4866286" y="3147955"/>
                </a:lnTo>
                <a:cubicBezTo>
                  <a:pt x="4708416" y="3156663"/>
                  <a:pt x="4583111" y="3287272"/>
                  <a:pt x="4583111" y="3447239"/>
                </a:cubicBezTo>
                <a:cubicBezTo>
                  <a:pt x="4583111" y="3607207"/>
                  <a:pt x="4708416" y="3737816"/>
                  <a:pt x="4866286" y="3746524"/>
                </a:cubicBezTo>
                <a:lnTo>
                  <a:pt x="4866286" y="4541601"/>
                </a:lnTo>
                <a:lnTo>
                  <a:pt x="4578350" y="4541601"/>
                </a:lnTo>
                <a:lnTo>
                  <a:pt x="4578350" y="5141121"/>
                </a:lnTo>
                <a:lnTo>
                  <a:pt x="5178216" y="5141121"/>
                </a:lnTo>
                <a:lnTo>
                  <a:pt x="5178216" y="4541601"/>
                </a:lnTo>
                <a:lnTo>
                  <a:pt x="4890281" y="4541601"/>
                </a:lnTo>
                <a:lnTo>
                  <a:pt x="4890281" y="3746809"/>
                </a:lnTo>
                <a:cubicBezTo>
                  <a:pt x="5052578" y="3742955"/>
                  <a:pt x="5182977" y="3610347"/>
                  <a:pt x="5182977" y="3447239"/>
                </a:cubicBezTo>
                <a:cubicBezTo>
                  <a:pt x="5182977" y="3284132"/>
                  <a:pt x="5052578" y="3151524"/>
                  <a:pt x="4890281" y="3147670"/>
                </a:cubicBezTo>
                <a:lnTo>
                  <a:pt x="4890281" y="2381426"/>
                </a:lnTo>
                <a:cubicBezTo>
                  <a:pt x="4890281" y="2222744"/>
                  <a:pt x="5019442" y="2093657"/>
                  <a:pt x="5178216" y="2093657"/>
                </a:cubicBezTo>
                <a:lnTo>
                  <a:pt x="5898675" y="2093657"/>
                </a:lnTo>
                <a:lnTo>
                  <a:pt x="5898675" y="2381426"/>
                </a:lnTo>
                <a:lnTo>
                  <a:pt x="6186897" y="2381426"/>
                </a:lnTo>
                <a:lnTo>
                  <a:pt x="6186897" y="3147480"/>
                </a:lnTo>
                <a:cubicBezTo>
                  <a:pt x="6186897" y="3319390"/>
                  <a:pt x="6326818" y="3459230"/>
                  <a:pt x="6498827" y="3459230"/>
                </a:cubicBezTo>
                <a:lnTo>
                  <a:pt x="7219333" y="3459230"/>
                </a:lnTo>
                <a:cubicBezTo>
                  <a:pt x="7225475" y="3615248"/>
                  <a:pt x="7350876" y="3740528"/>
                  <a:pt x="7506984" y="3746714"/>
                </a:cubicBezTo>
                <a:lnTo>
                  <a:pt x="7506984" y="4541601"/>
                </a:lnTo>
                <a:lnTo>
                  <a:pt x="7219048" y="4541601"/>
                </a:lnTo>
                <a:lnTo>
                  <a:pt x="7219048" y="5141121"/>
                </a:lnTo>
                <a:lnTo>
                  <a:pt x="7818914" y="5141121"/>
                </a:lnTo>
                <a:lnTo>
                  <a:pt x="7818914" y="4541601"/>
                </a:lnTo>
                <a:lnTo>
                  <a:pt x="7530978" y="4541601"/>
                </a:lnTo>
                <a:lnTo>
                  <a:pt x="7530978" y="3746714"/>
                </a:lnTo>
                <a:cubicBezTo>
                  <a:pt x="7687086" y="3740576"/>
                  <a:pt x="7812439" y="3615248"/>
                  <a:pt x="7818629" y="3459230"/>
                </a:cubicBezTo>
                <a:lnTo>
                  <a:pt x="8544181" y="3459230"/>
                </a:lnTo>
                <a:cubicBezTo>
                  <a:pt x="8702955" y="3459230"/>
                  <a:pt x="8832117" y="3588317"/>
                  <a:pt x="8832117" y="3746999"/>
                </a:cubicBezTo>
                <a:lnTo>
                  <a:pt x="8832117" y="4541601"/>
                </a:lnTo>
                <a:lnTo>
                  <a:pt x="8544181" y="4541601"/>
                </a:lnTo>
                <a:lnTo>
                  <a:pt x="8544181" y="5141121"/>
                </a:lnTo>
                <a:lnTo>
                  <a:pt x="9144000" y="5141121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1" name="Google Shape;71;p4"/>
          <p:cNvSpPr txBox="1">
            <a:spLocks noGrp="1"/>
          </p:cNvSpPr>
          <p:nvPr>
            <p:ph type="title"/>
          </p:nvPr>
        </p:nvSpPr>
        <p:spPr>
          <a:xfrm>
            <a:off x="624021" y="1367211"/>
            <a:ext cx="4151607" cy="162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pic>
        <p:nvPicPr>
          <p:cNvPr id="72" name="Google Shape;7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4021" y="373727"/>
            <a:ext cx="703070" cy="31957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>
            <a:spLocks noGrp="1"/>
          </p:cNvSpPr>
          <p:nvPr>
            <p:ph type="pic" idx="2"/>
          </p:nvPr>
        </p:nvSpPr>
        <p:spPr>
          <a:xfrm>
            <a:off x="5641200" y="1249200"/>
            <a:ext cx="2296800" cy="2930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4" name="Google Shape;74;p4"/>
          <p:cNvSpPr txBox="1">
            <a:spLocks noGrp="1"/>
          </p:cNvSpPr>
          <p:nvPr>
            <p:ph type="subTitle" idx="1"/>
          </p:nvPr>
        </p:nvSpPr>
        <p:spPr>
          <a:xfrm>
            <a:off x="624025" y="3096825"/>
            <a:ext cx="3671700" cy="1256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5" name="Google Shape;75;p4"/>
          <p:cNvSpPr txBox="1"/>
          <p:nvPr/>
        </p:nvSpPr>
        <p:spPr>
          <a:xfrm>
            <a:off x="449820" y="4917405"/>
            <a:ext cx="2755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©202</a:t>
            </a: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700" b="1" i="0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 DATAIKU INC</a:t>
            </a: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700" b="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- Presentation title_w/o sub">
  <p:cSld name="2 - Presentation title _2">
    <p:bg>
      <p:bgPr>
        <a:solidFill>
          <a:schemeClr val="dk2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-1" y="0"/>
            <a:ext cx="9144048" cy="5143500"/>
          </a:xfrm>
          <a:custGeom>
            <a:avLst/>
            <a:gdLst/>
            <a:ahLst/>
            <a:cxnLst/>
            <a:rect l="l" t="t" r="r" b="b"/>
            <a:pathLst>
              <a:path w="9144048" h="5143500" extrusionOk="0">
                <a:moveTo>
                  <a:pt x="9144000" y="4541601"/>
                </a:moveTo>
                <a:lnTo>
                  <a:pt x="9144048" y="4541601"/>
                </a:lnTo>
                <a:lnTo>
                  <a:pt x="9144048" y="5141121"/>
                </a:lnTo>
                <a:lnTo>
                  <a:pt x="9144000" y="5141121"/>
                </a:lnTo>
                <a:close/>
                <a:moveTo>
                  <a:pt x="6210844" y="0"/>
                </a:moveTo>
                <a:lnTo>
                  <a:pt x="9144000" y="0"/>
                </a:lnTo>
                <a:lnTo>
                  <a:pt x="9144000" y="4541601"/>
                </a:lnTo>
                <a:lnTo>
                  <a:pt x="8856112" y="4541601"/>
                </a:lnTo>
                <a:lnTo>
                  <a:pt x="8856064" y="4541601"/>
                </a:lnTo>
                <a:lnTo>
                  <a:pt x="8856064" y="3746999"/>
                </a:lnTo>
                <a:cubicBezTo>
                  <a:pt x="8856064" y="3575089"/>
                  <a:pt x="8716143" y="3435249"/>
                  <a:pt x="8544134" y="3435249"/>
                </a:cubicBezTo>
                <a:lnTo>
                  <a:pt x="7818581" y="3435249"/>
                </a:lnTo>
                <a:cubicBezTo>
                  <a:pt x="7812297" y="3275282"/>
                  <a:pt x="7680564" y="3147480"/>
                  <a:pt x="7518933" y="3147480"/>
                </a:cubicBezTo>
                <a:cubicBezTo>
                  <a:pt x="7357303" y="3147480"/>
                  <a:pt x="7225618" y="3275282"/>
                  <a:pt x="7219286" y="3435249"/>
                </a:cubicBezTo>
                <a:lnTo>
                  <a:pt x="6498780" y="3435249"/>
                </a:lnTo>
                <a:cubicBezTo>
                  <a:pt x="6340005" y="3435249"/>
                  <a:pt x="6210844" y="3306162"/>
                  <a:pt x="6210844" y="3147480"/>
                </a:cubicBezTo>
                <a:lnTo>
                  <a:pt x="6210844" y="2381426"/>
                </a:lnTo>
                <a:lnTo>
                  <a:pt x="6498494" y="2381426"/>
                </a:lnTo>
                <a:lnTo>
                  <a:pt x="6498494" y="1781906"/>
                </a:lnTo>
                <a:lnTo>
                  <a:pt x="6210844" y="1781906"/>
                </a:lnTo>
                <a:lnTo>
                  <a:pt x="6210844" y="991777"/>
                </a:lnTo>
                <a:cubicBezTo>
                  <a:pt x="6370903" y="985497"/>
                  <a:pt x="6498780" y="853840"/>
                  <a:pt x="6498780" y="692303"/>
                </a:cubicBezTo>
                <a:cubicBezTo>
                  <a:pt x="6498780" y="530765"/>
                  <a:pt x="6370903" y="399157"/>
                  <a:pt x="6210844" y="392828"/>
                </a:cubicBezTo>
                <a:close/>
                <a:moveTo>
                  <a:pt x="0" y="0"/>
                </a:moveTo>
                <a:lnTo>
                  <a:pt x="6186849" y="0"/>
                </a:lnTo>
                <a:lnTo>
                  <a:pt x="6186849" y="392828"/>
                </a:lnTo>
                <a:cubicBezTo>
                  <a:pt x="6026789" y="399109"/>
                  <a:pt x="5898913" y="530765"/>
                  <a:pt x="5898913" y="692303"/>
                </a:cubicBezTo>
                <a:cubicBezTo>
                  <a:pt x="5898913" y="853840"/>
                  <a:pt x="6026789" y="985449"/>
                  <a:pt x="6186849" y="991777"/>
                </a:cubicBezTo>
                <a:lnTo>
                  <a:pt x="6186849" y="1781906"/>
                </a:lnTo>
                <a:lnTo>
                  <a:pt x="5898628" y="1781906"/>
                </a:lnTo>
                <a:lnTo>
                  <a:pt x="5898628" y="2069676"/>
                </a:lnTo>
                <a:lnTo>
                  <a:pt x="5178216" y="2069676"/>
                </a:lnTo>
                <a:cubicBezTo>
                  <a:pt x="5006207" y="2069676"/>
                  <a:pt x="4866286" y="2209516"/>
                  <a:pt x="4866286" y="2381426"/>
                </a:cubicBezTo>
                <a:lnTo>
                  <a:pt x="4866286" y="3147955"/>
                </a:lnTo>
                <a:cubicBezTo>
                  <a:pt x="4708416" y="3156663"/>
                  <a:pt x="4583111" y="3287272"/>
                  <a:pt x="4583111" y="3447239"/>
                </a:cubicBezTo>
                <a:cubicBezTo>
                  <a:pt x="4583111" y="3607207"/>
                  <a:pt x="4708416" y="3737816"/>
                  <a:pt x="4866286" y="3746524"/>
                </a:cubicBezTo>
                <a:lnTo>
                  <a:pt x="4866286" y="4541601"/>
                </a:lnTo>
                <a:lnTo>
                  <a:pt x="4578350" y="4541601"/>
                </a:lnTo>
                <a:lnTo>
                  <a:pt x="4578350" y="5141121"/>
                </a:lnTo>
                <a:lnTo>
                  <a:pt x="5178216" y="5141121"/>
                </a:lnTo>
                <a:lnTo>
                  <a:pt x="5178216" y="4541601"/>
                </a:lnTo>
                <a:lnTo>
                  <a:pt x="4890281" y="4541601"/>
                </a:lnTo>
                <a:lnTo>
                  <a:pt x="4890281" y="3746809"/>
                </a:lnTo>
                <a:cubicBezTo>
                  <a:pt x="5052578" y="3742955"/>
                  <a:pt x="5182977" y="3610347"/>
                  <a:pt x="5182977" y="3447239"/>
                </a:cubicBezTo>
                <a:cubicBezTo>
                  <a:pt x="5182977" y="3284132"/>
                  <a:pt x="5052578" y="3151524"/>
                  <a:pt x="4890281" y="3147670"/>
                </a:cubicBezTo>
                <a:lnTo>
                  <a:pt x="4890281" y="2381426"/>
                </a:lnTo>
                <a:cubicBezTo>
                  <a:pt x="4890281" y="2222744"/>
                  <a:pt x="5019442" y="2093657"/>
                  <a:pt x="5178216" y="2093657"/>
                </a:cubicBezTo>
                <a:lnTo>
                  <a:pt x="5898675" y="2093657"/>
                </a:lnTo>
                <a:lnTo>
                  <a:pt x="5898675" y="2381426"/>
                </a:lnTo>
                <a:lnTo>
                  <a:pt x="6186897" y="2381426"/>
                </a:lnTo>
                <a:lnTo>
                  <a:pt x="6186897" y="3147480"/>
                </a:lnTo>
                <a:cubicBezTo>
                  <a:pt x="6186897" y="3319390"/>
                  <a:pt x="6326818" y="3459230"/>
                  <a:pt x="6498827" y="3459230"/>
                </a:cubicBezTo>
                <a:lnTo>
                  <a:pt x="7219333" y="3459230"/>
                </a:lnTo>
                <a:cubicBezTo>
                  <a:pt x="7225475" y="3615248"/>
                  <a:pt x="7350876" y="3740528"/>
                  <a:pt x="7506984" y="3746714"/>
                </a:cubicBezTo>
                <a:lnTo>
                  <a:pt x="7506984" y="4541601"/>
                </a:lnTo>
                <a:lnTo>
                  <a:pt x="7219048" y="4541601"/>
                </a:lnTo>
                <a:lnTo>
                  <a:pt x="7219048" y="5141121"/>
                </a:lnTo>
                <a:lnTo>
                  <a:pt x="7818914" y="5141121"/>
                </a:lnTo>
                <a:lnTo>
                  <a:pt x="7818914" y="4541601"/>
                </a:lnTo>
                <a:lnTo>
                  <a:pt x="7530978" y="4541601"/>
                </a:lnTo>
                <a:lnTo>
                  <a:pt x="7530978" y="3746714"/>
                </a:lnTo>
                <a:cubicBezTo>
                  <a:pt x="7687086" y="3740576"/>
                  <a:pt x="7812439" y="3615248"/>
                  <a:pt x="7818629" y="3459230"/>
                </a:cubicBezTo>
                <a:lnTo>
                  <a:pt x="8544181" y="3459230"/>
                </a:lnTo>
                <a:cubicBezTo>
                  <a:pt x="8702955" y="3459230"/>
                  <a:pt x="8832117" y="3588317"/>
                  <a:pt x="8832117" y="3746999"/>
                </a:cubicBezTo>
                <a:lnTo>
                  <a:pt x="8832117" y="4541601"/>
                </a:lnTo>
                <a:lnTo>
                  <a:pt x="8544181" y="4541601"/>
                </a:lnTo>
                <a:lnTo>
                  <a:pt x="8544181" y="5141121"/>
                </a:lnTo>
                <a:lnTo>
                  <a:pt x="9144000" y="5141121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624025" y="902700"/>
            <a:ext cx="3458100" cy="3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 cap="none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Roboto Condensed"/>
              <a:buNone/>
              <a:defRPr sz="34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Roboto Condensed"/>
              <a:buNone/>
              <a:defRPr sz="34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Roboto Condensed"/>
              <a:buNone/>
              <a:defRPr sz="34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Roboto Condensed"/>
              <a:buNone/>
              <a:defRPr sz="3400"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Roboto Condensed"/>
              <a:buNone/>
              <a:defRPr sz="34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Roboto Condensed"/>
              <a:buNone/>
              <a:defRPr sz="34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Roboto Condensed"/>
              <a:buNone/>
              <a:defRPr sz="34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Roboto Condensed"/>
              <a:buNone/>
              <a:defRPr sz="34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pic>
        <p:nvPicPr>
          <p:cNvPr id="79" name="Google Shape;79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4021" y="373727"/>
            <a:ext cx="703071" cy="319577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>
            <a:spLocks noGrp="1"/>
          </p:cNvSpPr>
          <p:nvPr>
            <p:ph type="pic" idx="2"/>
          </p:nvPr>
        </p:nvSpPr>
        <p:spPr>
          <a:xfrm>
            <a:off x="5641200" y="1249200"/>
            <a:ext cx="2296800" cy="2930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1" name="Google Shape;81;p5"/>
          <p:cNvSpPr txBox="1"/>
          <p:nvPr/>
        </p:nvSpPr>
        <p:spPr>
          <a:xfrm>
            <a:off x="449820" y="4917405"/>
            <a:ext cx="2755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©202</a:t>
            </a: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700" b="1" i="0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 DATAIKU INC</a:t>
            </a: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700" b="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- Presentation title / Internal ">
  <p:cSld name="2 - Presentation title _1">
    <p:bg>
      <p:bgPr>
        <a:solidFill>
          <a:schemeClr val="accen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-1" y="0"/>
            <a:ext cx="9144048" cy="5143500"/>
          </a:xfrm>
          <a:custGeom>
            <a:avLst/>
            <a:gdLst/>
            <a:ahLst/>
            <a:cxnLst/>
            <a:rect l="l" t="t" r="r" b="b"/>
            <a:pathLst>
              <a:path w="9144048" h="5143500" extrusionOk="0">
                <a:moveTo>
                  <a:pt x="9144000" y="4541601"/>
                </a:moveTo>
                <a:lnTo>
                  <a:pt x="9144048" y="4541601"/>
                </a:lnTo>
                <a:lnTo>
                  <a:pt x="9144048" y="5141121"/>
                </a:lnTo>
                <a:lnTo>
                  <a:pt x="9144000" y="5141121"/>
                </a:lnTo>
                <a:close/>
                <a:moveTo>
                  <a:pt x="6210844" y="0"/>
                </a:moveTo>
                <a:lnTo>
                  <a:pt x="9144000" y="0"/>
                </a:lnTo>
                <a:lnTo>
                  <a:pt x="9144000" y="4541601"/>
                </a:lnTo>
                <a:lnTo>
                  <a:pt x="8856112" y="4541601"/>
                </a:lnTo>
                <a:lnTo>
                  <a:pt x="8856064" y="4541601"/>
                </a:lnTo>
                <a:lnTo>
                  <a:pt x="8856064" y="3746999"/>
                </a:lnTo>
                <a:cubicBezTo>
                  <a:pt x="8856064" y="3575089"/>
                  <a:pt x="8716143" y="3435249"/>
                  <a:pt x="8544134" y="3435249"/>
                </a:cubicBezTo>
                <a:lnTo>
                  <a:pt x="7818581" y="3435249"/>
                </a:lnTo>
                <a:cubicBezTo>
                  <a:pt x="7812297" y="3275282"/>
                  <a:pt x="7680564" y="3147480"/>
                  <a:pt x="7518933" y="3147480"/>
                </a:cubicBezTo>
                <a:cubicBezTo>
                  <a:pt x="7357303" y="3147480"/>
                  <a:pt x="7225618" y="3275282"/>
                  <a:pt x="7219286" y="3435249"/>
                </a:cubicBezTo>
                <a:lnTo>
                  <a:pt x="6498780" y="3435249"/>
                </a:lnTo>
                <a:cubicBezTo>
                  <a:pt x="6340005" y="3435249"/>
                  <a:pt x="6210844" y="3306162"/>
                  <a:pt x="6210844" y="3147480"/>
                </a:cubicBezTo>
                <a:lnTo>
                  <a:pt x="6210844" y="2381426"/>
                </a:lnTo>
                <a:lnTo>
                  <a:pt x="6498494" y="2381426"/>
                </a:lnTo>
                <a:lnTo>
                  <a:pt x="6498494" y="1781906"/>
                </a:lnTo>
                <a:lnTo>
                  <a:pt x="6210844" y="1781906"/>
                </a:lnTo>
                <a:lnTo>
                  <a:pt x="6210844" y="991777"/>
                </a:lnTo>
                <a:cubicBezTo>
                  <a:pt x="6370903" y="985497"/>
                  <a:pt x="6498780" y="853840"/>
                  <a:pt x="6498780" y="692303"/>
                </a:cubicBezTo>
                <a:cubicBezTo>
                  <a:pt x="6498780" y="530765"/>
                  <a:pt x="6370903" y="399157"/>
                  <a:pt x="6210844" y="392828"/>
                </a:cubicBezTo>
                <a:close/>
                <a:moveTo>
                  <a:pt x="0" y="0"/>
                </a:moveTo>
                <a:lnTo>
                  <a:pt x="6186849" y="0"/>
                </a:lnTo>
                <a:lnTo>
                  <a:pt x="6186849" y="392828"/>
                </a:lnTo>
                <a:cubicBezTo>
                  <a:pt x="6026789" y="399109"/>
                  <a:pt x="5898913" y="530765"/>
                  <a:pt x="5898913" y="692303"/>
                </a:cubicBezTo>
                <a:cubicBezTo>
                  <a:pt x="5898913" y="853840"/>
                  <a:pt x="6026789" y="985449"/>
                  <a:pt x="6186849" y="991777"/>
                </a:cubicBezTo>
                <a:lnTo>
                  <a:pt x="6186849" y="1781906"/>
                </a:lnTo>
                <a:lnTo>
                  <a:pt x="5898628" y="1781906"/>
                </a:lnTo>
                <a:lnTo>
                  <a:pt x="5898628" y="2069676"/>
                </a:lnTo>
                <a:lnTo>
                  <a:pt x="5178216" y="2069676"/>
                </a:lnTo>
                <a:cubicBezTo>
                  <a:pt x="5006207" y="2069676"/>
                  <a:pt x="4866286" y="2209516"/>
                  <a:pt x="4866286" y="2381426"/>
                </a:cubicBezTo>
                <a:lnTo>
                  <a:pt x="4866286" y="3147955"/>
                </a:lnTo>
                <a:cubicBezTo>
                  <a:pt x="4708416" y="3156663"/>
                  <a:pt x="4583111" y="3287272"/>
                  <a:pt x="4583111" y="3447239"/>
                </a:cubicBezTo>
                <a:cubicBezTo>
                  <a:pt x="4583111" y="3607207"/>
                  <a:pt x="4708416" y="3737816"/>
                  <a:pt x="4866286" y="3746524"/>
                </a:cubicBezTo>
                <a:lnTo>
                  <a:pt x="4866286" y="4541601"/>
                </a:lnTo>
                <a:lnTo>
                  <a:pt x="4578350" y="4541601"/>
                </a:lnTo>
                <a:lnTo>
                  <a:pt x="4578350" y="5141121"/>
                </a:lnTo>
                <a:lnTo>
                  <a:pt x="5178216" y="5141121"/>
                </a:lnTo>
                <a:lnTo>
                  <a:pt x="5178216" y="4541601"/>
                </a:lnTo>
                <a:lnTo>
                  <a:pt x="4890281" y="4541601"/>
                </a:lnTo>
                <a:lnTo>
                  <a:pt x="4890281" y="3746809"/>
                </a:lnTo>
                <a:cubicBezTo>
                  <a:pt x="5052578" y="3742955"/>
                  <a:pt x="5182977" y="3610347"/>
                  <a:pt x="5182977" y="3447239"/>
                </a:cubicBezTo>
                <a:cubicBezTo>
                  <a:pt x="5182977" y="3284132"/>
                  <a:pt x="5052578" y="3151524"/>
                  <a:pt x="4890281" y="3147670"/>
                </a:cubicBezTo>
                <a:lnTo>
                  <a:pt x="4890281" y="2381426"/>
                </a:lnTo>
                <a:cubicBezTo>
                  <a:pt x="4890281" y="2222744"/>
                  <a:pt x="5019442" y="2093657"/>
                  <a:pt x="5178216" y="2093657"/>
                </a:cubicBezTo>
                <a:lnTo>
                  <a:pt x="5898675" y="2093657"/>
                </a:lnTo>
                <a:lnTo>
                  <a:pt x="5898675" y="2381426"/>
                </a:lnTo>
                <a:lnTo>
                  <a:pt x="6186897" y="2381426"/>
                </a:lnTo>
                <a:lnTo>
                  <a:pt x="6186897" y="3147480"/>
                </a:lnTo>
                <a:cubicBezTo>
                  <a:pt x="6186897" y="3319390"/>
                  <a:pt x="6326818" y="3459230"/>
                  <a:pt x="6498827" y="3459230"/>
                </a:cubicBezTo>
                <a:lnTo>
                  <a:pt x="7219333" y="3459230"/>
                </a:lnTo>
                <a:cubicBezTo>
                  <a:pt x="7225475" y="3615248"/>
                  <a:pt x="7350876" y="3740528"/>
                  <a:pt x="7506984" y="3746714"/>
                </a:cubicBezTo>
                <a:lnTo>
                  <a:pt x="7506984" y="4541601"/>
                </a:lnTo>
                <a:lnTo>
                  <a:pt x="7219048" y="4541601"/>
                </a:lnTo>
                <a:lnTo>
                  <a:pt x="7219048" y="5141121"/>
                </a:lnTo>
                <a:lnTo>
                  <a:pt x="7818914" y="5141121"/>
                </a:lnTo>
                <a:lnTo>
                  <a:pt x="7818914" y="4541601"/>
                </a:lnTo>
                <a:lnTo>
                  <a:pt x="7530978" y="4541601"/>
                </a:lnTo>
                <a:lnTo>
                  <a:pt x="7530978" y="3746714"/>
                </a:lnTo>
                <a:cubicBezTo>
                  <a:pt x="7687086" y="3740576"/>
                  <a:pt x="7812439" y="3615248"/>
                  <a:pt x="7818629" y="3459230"/>
                </a:cubicBezTo>
                <a:lnTo>
                  <a:pt x="8544181" y="3459230"/>
                </a:lnTo>
                <a:cubicBezTo>
                  <a:pt x="8702955" y="3459230"/>
                  <a:pt x="8832117" y="3588317"/>
                  <a:pt x="8832117" y="3746999"/>
                </a:cubicBezTo>
                <a:lnTo>
                  <a:pt x="8832117" y="4541601"/>
                </a:lnTo>
                <a:lnTo>
                  <a:pt x="8544181" y="4541601"/>
                </a:lnTo>
                <a:lnTo>
                  <a:pt x="8544181" y="5141121"/>
                </a:lnTo>
                <a:lnTo>
                  <a:pt x="9144000" y="5141121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4" name="Google Shape;84;p6"/>
          <p:cNvSpPr txBox="1">
            <a:spLocks noGrp="1"/>
          </p:cNvSpPr>
          <p:nvPr>
            <p:ph type="title"/>
          </p:nvPr>
        </p:nvSpPr>
        <p:spPr>
          <a:xfrm>
            <a:off x="624021" y="1367211"/>
            <a:ext cx="4151700" cy="16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cap="none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4021" y="373727"/>
            <a:ext cx="703071" cy="31957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>
            <a:spLocks noGrp="1"/>
          </p:cNvSpPr>
          <p:nvPr>
            <p:ph type="pic" idx="2"/>
          </p:nvPr>
        </p:nvSpPr>
        <p:spPr>
          <a:xfrm>
            <a:off x="5641200" y="1249200"/>
            <a:ext cx="2296800" cy="2930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7" name="Google Shape;87;p6"/>
          <p:cNvSpPr txBox="1">
            <a:spLocks noGrp="1"/>
          </p:cNvSpPr>
          <p:nvPr>
            <p:ph type="subTitle" idx="1"/>
          </p:nvPr>
        </p:nvSpPr>
        <p:spPr>
          <a:xfrm>
            <a:off x="624025" y="3096825"/>
            <a:ext cx="3671700" cy="1256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6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88" name="Google Shape;88;p6"/>
          <p:cNvSpPr txBox="1"/>
          <p:nvPr/>
        </p:nvSpPr>
        <p:spPr>
          <a:xfrm>
            <a:off x="449831" y="4917400"/>
            <a:ext cx="28101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  </a:t>
            </a:r>
            <a:r>
              <a:rPr lang="en-GB" sz="7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 INTERNAL USE ONLY ]</a:t>
            </a:r>
            <a:endParaRPr sz="700" b="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- Presentation title / Internal title_w/o sub">
  <p:cSld name="2 - Presentation title _1_1">
    <p:bg>
      <p:bgPr>
        <a:solidFill>
          <a:schemeClr val="accen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/>
        </p:nvSpPr>
        <p:spPr>
          <a:xfrm>
            <a:off x="-1" y="0"/>
            <a:ext cx="9144048" cy="5143500"/>
          </a:xfrm>
          <a:custGeom>
            <a:avLst/>
            <a:gdLst/>
            <a:ahLst/>
            <a:cxnLst/>
            <a:rect l="l" t="t" r="r" b="b"/>
            <a:pathLst>
              <a:path w="9144048" h="5143500" extrusionOk="0">
                <a:moveTo>
                  <a:pt x="9144000" y="4541601"/>
                </a:moveTo>
                <a:lnTo>
                  <a:pt x="9144048" y="4541601"/>
                </a:lnTo>
                <a:lnTo>
                  <a:pt x="9144048" y="5141121"/>
                </a:lnTo>
                <a:lnTo>
                  <a:pt x="9144000" y="5141121"/>
                </a:lnTo>
                <a:close/>
                <a:moveTo>
                  <a:pt x="6210844" y="0"/>
                </a:moveTo>
                <a:lnTo>
                  <a:pt x="9144000" y="0"/>
                </a:lnTo>
                <a:lnTo>
                  <a:pt x="9144000" y="4541601"/>
                </a:lnTo>
                <a:lnTo>
                  <a:pt x="8856112" y="4541601"/>
                </a:lnTo>
                <a:lnTo>
                  <a:pt x="8856064" y="4541601"/>
                </a:lnTo>
                <a:lnTo>
                  <a:pt x="8856064" y="3746999"/>
                </a:lnTo>
                <a:cubicBezTo>
                  <a:pt x="8856064" y="3575089"/>
                  <a:pt x="8716143" y="3435249"/>
                  <a:pt x="8544134" y="3435249"/>
                </a:cubicBezTo>
                <a:lnTo>
                  <a:pt x="7818581" y="3435249"/>
                </a:lnTo>
                <a:cubicBezTo>
                  <a:pt x="7812297" y="3275282"/>
                  <a:pt x="7680564" y="3147480"/>
                  <a:pt x="7518933" y="3147480"/>
                </a:cubicBezTo>
                <a:cubicBezTo>
                  <a:pt x="7357303" y="3147480"/>
                  <a:pt x="7225618" y="3275282"/>
                  <a:pt x="7219286" y="3435249"/>
                </a:cubicBezTo>
                <a:lnTo>
                  <a:pt x="6498780" y="3435249"/>
                </a:lnTo>
                <a:cubicBezTo>
                  <a:pt x="6340005" y="3435249"/>
                  <a:pt x="6210844" y="3306162"/>
                  <a:pt x="6210844" y="3147480"/>
                </a:cubicBezTo>
                <a:lnTo>
                  <a:pt x="6210844" y="2381426"/>
                </a:lnTo>
                <a:lnTo>
                  <a:pt x="6498494" y="2381426"/>
                </a:lnTo>
                <a:lnTo>
                  <a:pt x="6498494" y="1781906"/>
                </a:lnTo>
                <a:lnTo>
                  <a:pt x="6210844" y="1781906"/>
                </a:lnTo>
                <a:lnTo>
                  <a:pt x="6210844" y="991777"/>
                </a:lnTo>
                <a:cubicBezTo>
                  <a:pt x="6370903" y="985497"/>
                  <a:pt x="6498780" y="853840"/>
                  <a:pt x="6498780" y="692303"/>
                </a:cubicBezTo>
                <a:cubicBezTo>
                  <a:pt x="6498780" y="530765"/>
                  <a:pt x="6370903" y="399157"/>
                  <a:pt x="6210844" y="392828"/>
                </a:cubicBezTo>
                <a:close/>
                <a:moveTo>
                  <a:pt x="0" y="0"/>
                </a:moveTo>
                <a:lnTo>
                  <a:pt x="6186849" y="0"/>
                </a:lnTo>
                <a:lnTo>
                  <a:pt x="6186849" y="392828"/>
                </a:lnTo>
                <a:cubicBezTo>
                  <a:pt x="6026789" y="399109"/>
                  <a:pt x="5898913" y="530765"/>
                  <a:pt x="5898913" y="692303"/>
                </a:cubicBezTo>
                <a:cubicBezTo>
                  <a:pt x="5898913" y="853840"/>
                  <a:pt x="6026789" y="985449"/>
                  <a:pt x="6186849" y="991777"/>
                </a:cubicBezTo>
                <a:lnTo>
                  <a:pt x="6186849" y="1781906"/>
                </a:lnTo>
                <a:lnTo>
                  <a:pt x="5898628" y="1781906"/>
                </a:lnTo>
                <a:lnTo>
                  <a:pt x="5898628" y="2069676"/>
                </a:lnTo>
                <a:lnTo>
                  <a:pt x="5178216" y="2069676"/>
                </a:lnTo>
                <a:cubicBezTo>
                  <a:pt x="5006207" y="2069676"/>
                  <a:pt x="4866286" y="2209516"/>
                  <a:pt x="4866286" y="2381426"/>
                </a:cubicBezTo>
                <a:lnTo>
                  <a:pt x="4866286" y="3147955"/>
                </a:lnTo>
                <a:cubicBezTo>
                  <a:pt x="4708416" y="3156663"/>
                  <a:pt x="4583111" y="3287272"/>
                  <a:pt x="4583111" y="3447239"/>
                </a:cubicBezTo>
                <a:cubicBezTo>
                  <a:pt x="4583111" y="3607207"/>
                  <a:pt x="4708416" y="3737816"/>
                  <a:pt x="4866286" y="3746524"/>
                </a:cubicBezTo>
                <a:lnTo>
                  <a:pt x="4866286" y="4541601"/>
                </a:lnTo>
                <a:lnTo>
                  <a:pt x="4578350" y="4541601"/>
                </a:lnTo>
                <a:lnTo>
                  <a:pt x="4578350" y="5141121"/>
                </a:lnTo>
                <a:lnTo>
                  <a:pt x="5178216" y="5141121"/>
                </a:lnTo>
                <a:lnTo>
                  <a:pt x="5178216" y="4541601"/>
                </a:lnTo>
                <a:lnTo>
                  <a:pt x="4890281" y="4541601"/>
                </a:lnTo>
                <a:lnTo>
                  <a:pt x="4890281" y="3746809"/>
                </a:lnTo>
                <a:cubicBezTo>
                  <a:pt x="5052578" y="3742955"/>
                  <a:pt x="5182977" y="3610347"/>
                  <a:pt x="5182977" y="3447239"/>
                </a:cubicBezTo>
                <a:cubicBezTo>
                  <a:pt x="5182977" y="3284132"/>
                  <a:pt x="5052578" y="3151524"/>
                  <a:pt x="4890281" y="3147670"/>
                </a:cubicBezTo>
                <a:lnTo>
                  <a:pt x="4890281" y="2381426"/>
                </a:lnTo>
                <a:cubicBezTo>
                  <a:pt x="4890281" y="2222744"/>
                  <a:pt x="5019442" y="2093657"/>
                  <a:pt x="5178216" y="2093657"/>
                </a:cubicBezTo>
                <a:lnTo>
                  <a:pt x="5898675" y="2093657"/>
                </a:lnTo>
                <a:lnTo>
                  <a:pt x="5898675" y="2381426"/>
                </a:lnTo>
                <a:lnTo>
                  <a:pt x="6186897" y="2381426"/>
                </a:lnTo>
                <a:lnTo>
                  <a:pt x="6186897" y="3147480"/>
                </a:lnTo>
                <a:cubicBezTo>
                  <a:pt x="6186897" y="3319390"/>
                  <a:pt x="6326818" y="3459230"/>
                  <a:pt x="6498827" y="3459230"/>
                </a:cubicBezTo>
                <a:lnTo>
                  <a:pt x="7219333" y="3459230"/>
                </a:lnTo>
                <a:cubicBezTo>
                  <a:pt x="7225475" y="3615248"/>
                  <a:pt x="7350876" y="3740528"/>
                  <a:pt x="7506984" y="3746714"/>
                </a:cubicBezTo>
                <a:lnTo>
                  <a:pt x="7506984" y="4541601"/>
                </a:lnTo>
                <a:lnTo>
                  <a:pt x="7219048" y="4541601"/>
                </a:lnTo>
                <a:lnTo>
                  <a:pt x="7219048" y="5141121"/>
                </a:lnTo>
                <a:lnTo>
                  <a:pt x="7818914" y="5141121"/>
                </a:lnTo>
                <a:lnTo>
                  <a:pt x="7818914" y="4541601"/>
                </a:lnTo>
                <a:lnTo>
                  <a:pt x="7530978" y="4541601"/>
                </a:lnTo>
                <a:lnTo>
                  <a:pt x="7530978" y="3746714"/>
                </a:lnTo>
                <a:cubicBezTo>
                  <a:pt x="7687086" y="3740576"/>
                  <a:pt x="7812439" y="3615248"/>
                  <a:pt x="7818629" y="3459230"/>
                </a:cubicBezTo>
                <a:lnTo>
                  <a:pt x="8544181" y="3459230"/>
                </a:lnTo>
                <a:cubicBezTo>
                  <a:pt x="8702955" y="3459230"/>
                  <a:pt x="8832117" y="3588317"/>
                  <a:pt x="8832117" y="3746999"/>
                </a:cubicBezTo>
                <a:lnTo>
                  <a:pt x="8832117" y="4541601"/>
                </a:lnTo>
                <a:lnTo>
                  <a:pt x="8544181" y="4541601"/>
                </a:lnTo>
                <a:lnTo>
                  <a:pt x="8544181" y="5141121"/>
                </a:lnTo>
                <a:lnTo>
                  <a:pt x="9144000" y="5141121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1" name="Google Shape;91;p7"/>
          <p:cNvSpPr txBox="1">
            <a:spLocks noGrp="1"/>
          </p:cNvSpPr>
          <p:nvPr>
            <p:ph type="title"/>
          </p:nvPr>
        </p:nvSpPr>
        <p:spPr>
          <a:xfrm>
            <a:off x="624021" y="913950"/>
            <a:ext cx="3337200" cy="3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 cap="none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pic>
        <p:nvPicPr>
          <p:cNvPr id="92" name="Google Shape;9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4021" y="373727"/>
            <a:ext cx="703071" cy="31957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>
            <a:spLocks noGrp="1"/>
          </p:cNvSpPr>
          <p:nvPr>
            <p:ph type="pic" idx="2"/>
          </p:nvPr>
        </p:nvSpPr>
        <p:spPr>
          <a:xfrm>
            <a:off x="5639975" y="1247675"/>
            <a:ext cx="2297400" cy="2928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4" name="Google Shape;94;p7"/>
          <p:cNvSpPr txBox="1"/>
          <p:nvPr/>
        </p:nvSpPr>
        <p:spPr>
          <a:xfrm>
            <a:off x="449831" y="4917400"/>
            <a:ext cx="28101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  </a:t>
            </a:r>
            <a:r>
              <a:rPr lang="en-GB" sz="7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 INTERNAL USE ONLY ]</a:t>
            </a:r>
            <a:endParaRPr sz="700" b="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 Chapter title">
  <p:cSld name="4- Chapter title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/>
        </p:nvSpPr>
        <p:spPr>
          <a:xfrm flipH="1">
            <a:off x="4096578" y="0"/>
            <a:ext cx="4565697" cy="5141120"/>
          </a:xfrm>
          <a:custGeom>
            <a:avLst/>
            <a:gdLst/>
            <a:ahLst/>
            <a:cxnLst/>
            <a:rect l="l" t="t" r="r" b="b"/>
            <a:pathLst>
              <a:path w="4565697" h="5141120" extrusionOk="0">
                <a:moveTo>
                  <a:pt x="4277714" y="4541601"/>
                </a:moveTo>
                <a:lnTo>
                  <a:pt x="4277714" y="3746999"/>
                </a:lnTo>
                <a:cubicBezTo>
                  <a:pt x="4277714" y="3575089"/>
                  <a:pt x="4137793" y="3435249"/>
                  <a:pt x="3965784" y="3435249"/>
                </a:cubicBezTo>
                <a:lnTo>
                  <a:pt x="3240231" y="3435249"/>
                </a:lnTo>
                <a:cubicBezTo>
                  <a:pt x="3233947" y="3275282"/>
                  <a:pt x="3102214" y="3147480"/>
                  <a:pt x="2940583" y="3147480"/>
                </a:cubicBezTo>
                <a:cubicBezTo>
                  <a:pt x="2778953" y="3147480"/>
                  <a:pt x="2647268" y="3275282"/>
                  <a:pt x="2640936" y="3435249"/>
                </a:cubicBezTo>
                <a:lnTo>
                  <a:pt x="1920430" y="3435249"/>
                </a:lnTo>
                <a:cubicBezTo>
                  <a:pt x="1761655" y="3435249"/>
                  <a:pt x="1632494" y="3306162"/>
                  <a:pt x="1632494" y="3147480"/>
                </a:cubicBezTo>
                <a:lnTo>
                  <a:pt x="1632494" y="2381426"/>
                </a:lnTo>
                <a:lnTo>
                  <a:pt x="1920144" y="2381426"/>
                </a:lnTo>
                <a:lnTo>
                  <a:pt x="1920144" y="1781906"/>
                </a:lnTo>
                <a:lnTo>
                  <a:pt x="1632494" y="1781906"/>
                </a:lnTo>
                <a:lnTo>
                  <a:pt x="1632494" y="991777"/>
                </a:lnTo>
                <a:cubicBezTo>
                  <a:pt x="1792553" y="985497"/>
                  <a:pt x="1920430" y="853840"/>
                  <a:pt x="1920430" y="692303"/>
                </a:cubicBezTo>
                <a:cubicBezTo>
                  <a:pt x="1920430" y="530765"/>
                  <a:pt x="1792553" y="399157"/>
                  <a:pt x="1632494" y="392828"/>
                </a:cubicBezTo>
                <a:lnTo>
                  <a:pt x="1632494" y="0"/>
                </a:lnTo>
                <a:lnTo>
                  <a:pt x="1608499" y="0"/>
                </a:lnTo>
                <a:lnTo>
                  <a:pt x="1608499" y="392828"/>
                </a:lnTo>
                <a:cubicBezTo>
                  <a:pt x="1448439" y="399109"/>
                  <a:pt x="1320563" y="530765"/>
                  <a:pt x="1320563" y="692303"/>
                </a:cubicBezTo>
                <a:cubicBezTo>
                  <a:pt x="1320563" y="853840"/>
                  <a:pt x="1448439" y="985449"/>
                  <a:pt x="1608499" y="991777"/>
                </a:cubicBezTo>
                <a:lnTo>
                  <a:pt x="1608499" y="1781906"/>
                </a:lnTo>
                <a:lnTo>
                  <a:pt x="1320278" y="1781906"/>
                </a:lnTo>
                <a:lnTo>
                  <a:pt x="1320278" y="2069676"/>
                </a:lnTo>
                <a:lnTo>
                  <a:pt x="599866" y="2069676"/>
                </a:lnTo>
                <a:cubicBezTo>
                  <a:pt x="427857" y="2069676"/>
                  <a:pt x="287936" y="2209516"/>
                  <a:pt x="287936" y="2381426"/>
                </a:cubicBezTo>
                <a:lnTo>
                  <a:pt x="287936" y="3147955"/>
                </a:lnTo>
                <a:cubicBezTo>
                  <a:pt x="130066" y="3156663"/>
                  <a:pt x="4761" y="3287272"/>
                  <a:pt x="4761" y="3447239"/>
                </a:cubicBezTo>
                <a:cubicBezTo>
                  <a:pt x="4761" y="3607207"/>
                  <a:pt x="130066" y="3737816"/>
                  <a:pt x="287936" y="3746524"/>
                </a:cubicBezTo>
                <a:lnTo>
                  <a:pt x="287936" y="4541601"/>
                </a:lnTo>
                <a:lnTo>
                  <a:pt x="0" y="4541601"/>
                </a:lnTo>
                <a:lnTo>
                  <a:pt x="0" y="5141121"/>
                </a:lnTo>
                <a:lnTo>
                  <a:pt x="599866" y="5141121"/>
                </a:lnTo>
                <a:lnTo>
                  <a:pt x="599866" y="4541601"/>
                </a:lnTo>
                <a:lnTo>
                  <a:pt x="311931" y="4541601"/>
                </a:lnTo>
                <a:lnTo>
                  <a:pt x="311931" y="3746809"/>
                </a:lnTo>
                <a:cubicBezTo>
                  <a:pt x="474228" y="3742955"/>
                  <a:pt x="604627" y="3610347"/>
                  <a:pt x="604627" y="3447239"/>
                </a:cubicBezTo>
                <a:cubicBezTo>
                  <a:pt x="604627" y="3284132"/>
                  <a:pt x="474228" y="3151524"/>
                  <a:pt x="311931" y="3147670"/>
                </a:cubicBezTo>
                <a:lnTo>
                  <a:pt x="311931" y="2381426"/>
                </a:lnTo>
                <a:cubicBezTo>
                  <a:pt x="311931" y="2222744"/>
                  <a:pt x="441092" y="2093657"/>
                  <a:pt x="599866" y="2093657"/>
                </a:cubicBezTo>
                <a:lnTo>
                  <a:pt x="1320325" y="2093657"/>
                </a:lnTo>
                <a:lnTo>
                  <a:pt x="1320325" y="2381426"/>
                </a:lnTo>
                <a:lnTo>
                  <a:pt x="1608547" y="2381426"/>
                </a:lnTo>
                <a:lnTo>
                  <a:pt x="1608547" y="3147480"/>
                </a:lnTo>
                <a:cubicBezTo>
                  <a:pt x="1608547" y="3319390"/>
                  <a:pt x="1748468" y="3459230"/>
                  <a:pt x="1920477" y="3459230"/>
                </a:cubicBezTo>
                <a:lnTo>
                  <a:pt x="2640983" y="3459230"/>
                </a:lnTo>
                <a:cubicBezTo>
                  <a:pt x="2647125" y="3615248"/>
                  <a:pt x="2772526" y="3740528"/>
                  <a:pt x="2928634" y="3746714"/>
                </a:cubicBezTo>
                <a:lnTo>
                  <a:pt x="2928634" y="4541601"/>
                </a:lnTo>
                <a:lnTo>
                  <a:pt x="2640698" y="4541601"/>
                </a:lnTo>
                <a:lnTo>
                  <a:pt x="2640698" y="5141121"/>
                </a:lnTo>
                <a:lnTo>
                  <a:pt x="3240564" y="5141121"/>
                </a:lnTo>
                <a:lnTo>
                  <a:pt x="3240564" y="4541601"/>
                </a:lnTo>
                <a:lnTo>
                  <a:pt x="2952628" y="4541601"/>
                </a:lnTo>
                <a:lnTo>
                  <a:pt x="2952628" y="3746714"/>
                </a:lnTo>
                <a:cubicBezTo>
                  <a:pt x="3108736" y="3740576"/>
                  <a:pt x="3234089" y="3615248"/>
                  <a:pt x="3240279" y="3459230"/>
                </a:cubicBezTo>
                <a:lnTo>
                  <a:pt x="3965831" y="3459230"/>
                </a:lnTo>
                <a:cubicBezTo>
                  <a:pt x="4124605" y="3459230"/>
                  <a:pt x="4253767" y="3588317"/>
                  <a:pt x="4253767" y="3746999"/>
                </a:cubicBezTo>
                <a:lnTo>
                  <a:pt x="4253767" y="4541601"/>
                </a:lnTo>
                <a:lnTo>
                  <a:pt x="3965831" y="4541601"/>
                </a:lnTo>
                <a:lnTo>
                  <a:pt x="3965831" y="5141121"/>
                </a:lnTo>
                <a:lnTo>
                  <a:pt x="4565698" y="5141121"/>
                </a:lnTo>
                <a:lnTo>
                  <a:pt x="4565698" y="4541601"/>
                </a:lnTo>
                <a:lnTo>
                  <a:pt x="4277762" y="4541601"/>
                </a:lnTo>
                <a:close/>
              </a:path>
            </a:pathLst>
          </a:custGeom>
          <a:solidFill>
            <a:schemeClr val="lt1">
              <a:alpha val="2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7" name="Google Shape;97;p8"/>
          <p:cNvSpPr txBox="1">
            <a:spLocks noGrp="1"/>
          </p:cNvSpPr>
          <p:nvPr>
            <p:ph type="title"/>
          </p:nvPr>
        </p:nvSpPr>
        <p:spPr>
          <a:xfrm>
            <a:off x="624021" y="1463730"/>
            <a:ext cx="4462200" cy="13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98" name="Google Shape;98;p8"/>
          <p:cNvSpPr txBox="1">
            <a:spLocks noGrp="1"/>
          </p:cNvSpPr>
          <p:nvPr>
            <p:ph type="body" idx="1"/>
          </p:nvPr>
        </p:nvSpPr>
        <p:spPr>
          <a:xfrm>
            <a:off x="597600" y="461300"/>
            <a:ext cx="19356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None/>
              <a:defRPr sz="1400" b="1" i="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23495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"/>
              <a:buFont typeface="Roboto Condensed"/>
              <a:buChar char="•"/>
              <a:defRPr sz="1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23495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"/>
              <a:buFont typeface="Roboto Condensed"/>
              <a:buChar char="•"/>
              <a:defRPr sz="1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23495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"/>
              <a:buFont typeface="Roboto Condensed"/>
              <a:buChar char="•"/>
              <a:defRPr sz="1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23495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"/>
              <a:buFont typeface="Roboto Mono"/>
              <a:buChar char="•"/>
              <a:defRPr sz="100" b="1"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2349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"/>
              <a:buFont typeface="Roboto Condensed"/>
              <a:buChar char="•"/>
              <a:defRPr sz="1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2349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"/>
              <a:buFont typeface="Roboto Condensed"/>
              <a:buChar char="•"/>
              <a:defRPr sz="1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2349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"/>
              <a:buFont typeface="Roboto Condensed"/>
              <a:buChar char="•"/>
              <a:defRPr sz="1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23495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00"/>
              <a:buFont typeface="Roboto Condensed"/>
              <a:buChar char="•"/>
              <a:defRPr sz="1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12727" y="241263"/>
            <a:ext cx="484066" cy="22003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>
            <a:spLocks noGrp="1"/>
          </p:cNvSpPr>
          <p:nvPr>
            <p:ph type="subTitle" idx="2"/>
          </p:nvPr>
        </p:nvSpPr>
        <p:spPr>
          <a:xfrm>
            <a:off x="624025" y="2944425"/>
            <a:ext cx="4462200" cy="1256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01" name="Google Shape;101;p8"/>
          <p:cNvSpPr txBox="1"/>
          <p:nvPr/>
        </p:nvSpPr>
        <p:spPr>
          <a:xfrm>
            <a:off x="449820" y="4917405"/>
            <a:ext cx="2755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</a:t>
            </a:r>
            <a:endParaRPr sz="7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02" name="Google Shape;102;p8"/>
          <p:cNvCxnSpPr/>
          <p:nvPr/>
        </p:nvCxnSpPr>
        <p:spPr>
          <a:xfrm>
            <a:off x="621792" y="0"/>
            <a:ext cx="0" cy="382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 Chapter title / Internal">
  <p:cSld name="4- Chapter title_1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>
            <a:spLocks noGrp="1"/>
          </p:cNvSpPr>
          <p:nvPr>
            <p:ph type="title"/>
          </p:nvPr>
        </p:nvSpPr>
        <p:spPr>
          <a:xfrm>
            <a:off x="624021" y="1463730"/>
            <a:ext cx="4462200" cy="13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 cap="none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Roboto Condensed"/>
              <a:buNone/>
              <a:defRPr sz="32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12727" y="241263"/>
            <a:ext cx="484067" cy="22003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624025" y="2944425"/>
            <a:ext cx="4462200" cy="1256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600"/>
              <a:buFont typeface="Roboto Condensed"/>
              <a:buNone/>
              <a:defRPr sz="16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body" idx="2"/>
          </p:nvPr>
        </p:nvSpPr>
        <p:spPr>
          <a:xfrm>
            <a:off x="597600" y="461300"/>
            <a:ext cx="19356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None/>
              <a:defRPr sz="1400" b="1" i="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23495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"/>
              <a:buFont typeface="Roboto Condensed"/>
              <a:buChar char="•"/>
              <a:defRPr sz="1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23495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"/>
              <a:buFont typeface="Roboto Condensed"/>
              <a:buChar char="•"/>
              <a:defRPr sz="1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23495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"/>
              <a:buFont typeface="Roboto Condensed"/>
              <a:buChar char="•"/>
              <a:defRPr sz="1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23495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"/>
              <a:buFont typeface="Roboto Mono"/>
              <a:buChar char="•"/>
              <a:defRPr sz="100" b="1"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2349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"/>
              <a:buFont typeface="Roboto Condensed"/>
              <a:buChar char="•"/>
              <a:defRPr sz="1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2349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"/>
              <a:buFont typeface="Roboto Condensed"/>
              <a:buChar char="•"/>
              <a:defRPr sz="1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2349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"/>
              <a:buFont typeface="Roboto Condensed"/>
              <a:buChar char="•"/>
              <a:defRPr sz="1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23495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00"/>
              <a:buFont typeface="Roboto Condensed"/>
              <a:buChar char="•"/>
              <a:defRPr sz="1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08" name="Google Shape;108;p9"/>
          <p:cNvSpPr txBox="1"/>
          <p:nvPr/>
        </p:nvSpPr>
        <p:spPr>
          <a:xfrm>
            <a:off x="449831" y="4917400"/>
            <a:ext cx="28101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  [ INTERNAL USE ONLY ]</a:t>
            </a:r>
            <a:endParaRPr sz="7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4096578" y="0"/>
            <a:ext cx="4565697" cy="5141120"/>
          </a:xfrm>
          <a:custGeom>
            <a:avLst/>
            <a:gdLst/>
            <a:ahLst/>
            <a:cxnLst/>
            <a:rect l="l" t="t" r="r" b="b"/>
            <a:pathLst>
              <a:path w="4565697" h="5141120" extrusionOk="0">
                <a:moveTo>
                  <a:pt x="4277714" y="4541601"/>
                </a:moveTo>
                <a:lnTo>
                  <a:pt x="4277714" y="3746999"/>
                </a:lnTo>
                <a:cubicBezTo>
                  <a:pt x="4277714" y="3575089"/>
                  <a:pt x="4137793" y="3435249"/>
                  <a:pt x="3965784" y="3435249"/>
                </a:cubicBezTo>
                <a:lnTo>
                  <a:pt x="3240231" y="3435249"/>
                </a:lnTo>
                <a:cubicBezTo>
                  <a:pt x="3233947" y="3275282"/>
                  <a:pt x="3102214" y="3147480"/>
                  <a:pt x="2940583" y="3147480"/>
                </a:cubicBezTo>
                <a:cubicBezTo>
                  <a:pt x="2778953" y="3147480"/>
                  <a:pt x="2647268" y="3275282"/>
                  <a:pt x="2640936" y="3435249"/>
                </a:cubicBezTo>
                <a:lnTo>
                  <a:pt x="1920430" y="3435249"/>
                </a:lnTo>
                <a:cubicBezTo>
                  <a:pt x="1761655" y="3435249"/>
                  <a:pt x="1632494" y="3306162"/>
                  <a:pt x="1632494" y="3147480"/>
                </a:cubicBezTo>
                <a:lnTo>
                  <a:pt x="1632494" y="2381426"/>
                </a:lnTo>
                <a:lnTo>
                  <a:pt x="1920144" y="2381426"/>
                </a:lnTo>
                <a:lnTo>
                  <a:pt x="1920144" y="1781906"/>
                </a:lnTo>
                <a:lnTo>
                  <a:pt x="1632494" y="1781906"/>
                </a:lnTo>
                <a:lnTo>
                  <a:pt x="1632494" y="991777"/>
                </a:lnTo>
                <a:cubicBezTo>
                  <a:pt x="1792553" y="985497"/>
                  <a:pt x="1920430" y="853840"/>
                  <a:pt x="1920430" y="692303"/>
                </a:cubicBezTo>
                <a:cubicBezTo>
                  <a:pt x="1920430" y="530765"/>
                  <a:pt x="1792553" y="399157"/>
                  <a:pt x="1632494" y="392828"/>
                </a:cubicBezTo>
                <a:lnTo>
                  <a:pt x="1632494" y="0"/>
                </a:lnTo>
                <a:lnTo>
                  <a:pt x="1608499" y="0"/>
                </a:lnTo>
                <a:lnTo>
                  <a:pt x="1608499" y="392828"/>
                </a:lnTo>
                <a:cubicBezTo>
                  <a:pt x="1448439" y="399109"/>
                  <a:pt x="1320563" y="530765"/>
                  <a:pt x="1320563" y="692303"/>
                </a:cubicBezTo>
                <a:cubicBezTo>
                  <a:pt x="1320563" y="853840"/>
                  <a:pt x="1448439" y="985449"/>
                  <a:pt x="1608499" y="991777"/>
                </a:cubicBezTo>
                <a:lnTo>
                  <a:pt x="1608499" y="1781906"/>
                </a:lnTo>
                <a:lnTo>
                  <a:pt x="1320278" y="1781906"/>
                </a:lnTo>
                <a:lnTo>
                  <a:pt x="1320278" y="2069676"/>
                </a:lnTo>
                <a:lnTo>
                  <a:pt x="599866" y="2069676"/>
                </a:lnTo>
                <a:cubicBezTo>
                  <a:pt x="427857" y="2069676"/>
                  <a:pt x="287936" y="2209516"/>
                  <a:pt x="287936" y="2381426"/>
                </a:cubicBezTo>
                <a:lnTo>
                  <a:pt x="287936" y="3147955"/>
                </a:lnTo>
                <a:cubicBezTo>
                  <a:pt x="130066" y="3156663"/>
                  <a:pt x="4761" y="3287272"/>
                  <a:pt x="4761" y="3447239"/>
                </a:cubicBezTo>
                <a:cubicBezTo>
                  <a:pt x="4761" y="3607207"/>
                  <a:pt x="130066" y="3737816"/>
                  <a:pt x="287936" y="3746524"/>
                </a:cubicBezTo>
                <a:lnTo>
                  <a:pt x="287936" y="4541601"/>
                </a:lnTo>
                <a:lnTo>
                  <a:pt x="0" y="4541601"/>
                </a:lnTo>
                <a:lnTo>
                  <a:pt x="0" y="5141121"/>
                </a:lnTo>
                <a:lnTo>
                  <a:pt x="599866" y="5141121"/>
                </a:lnTo>
                <a:lnTo>
                  <a:pt x="599866" y="4541601"/>
                </a:lnTo>
                <a:lnTo>
                  <a:pt x="311931" y="4541601"/>
                </a:lnTo>
                <a:lnTo>
                  <a:pt x="311931" y="3746809"/>
                </a:lnTo>
                <a:cubicBezTo>
                  <a:pt x="474228" y="3742955"/>
                  <a:pt x="604627" y="3610347"/>
                  <a:pt x="604627" y="3447239"/>
                </a:cubicBezTo>
                <a:cubicBezTo>
                  <a:pt x="604627" y="3284132"/>
                  <a:pt x="474228" y="3151524"/>
                  <a:pt x="311931" y="3147670"/>
                </a:cubicBezTo>
                <a:lnTo>
                  <a:pt x="311931" y="2381426"/>
                </a:lnTo>
                <a:cubicBezTo>
                  <a:pt x="311931" y="2222744"/>
                  <a:pt x="441092" y="2093657"/>
                  <a:pt x="599866" y="2093657"/>
                </a:cubicBezTo>
                <a:lnTo>
                  <a:pt x="1320325" y="2093657"/>
                </a:lnTo>
                <a:lnTo>
                  <a:pt x="1320325" y="2381426"/>
                </a:lnTo>
                <a:lnTo>
                  <a:pt x="1608547" y="2381426"/>
                </a:lnTo>
                <a:lnTo>
                  <a:pt x="1608547" y="3147480"/>
                </a:lnTo>
                <a:cubicBezTo>
                  <a:pt x="1608547" y="3319390"/>
                  <a:pt x="1748468" y="3459230"/>
                  <a:pt x="1920477" y="3459230"/>
                </a:cubicBezTo>
                <a:lnTo>
                  <a:pt x="2640983" y="3459230"/>
                </a:lnTo>
                <a:cubicBezTo>
                  <a:pt x="2647125" y="3615248"/>
                  <a:pt x="2772526" y="3740528"/>
                  <a:pt x="2928634" y="3746714"/>
                </a:cubicBezTo>
                <a:lnTo>
                  <a:pt x="2928634" y="4541601"/>
                </a:lnTo>
                <a:lnTo>
                  <a:pt x="2640698" y="4541601"/>
                </a:lnTo>
                <a:lnTo>
                  <a:pt x="2640698" y="5141121"/>
                </a:lnTo>
                <a:lnTo>
                  <a:pt x="3240564" y="5141121"/>
                </a:lnTo>
                <a:lnTo>
                  <a:pt x="3240564" y="4541601"/>
                </a:lnTo>
                <a:lnTo>
                  <a:pt x="2952628" y="4541601"/>
                </a:lnTo>
                <a:lnTo>
                  <a:pt x="2952628" y="3746714"/>
                </a:lnTo>
                <a:cubicBezTo>
                  <a:pt x="3108736" y="3740576"/>
                  <a:pt x="3234089" y="3615248"/>
                  <a:pt x="3240279" y="3459230"/>
                </a:cubicBezTo>
                <a:lnTo>
                  <a:pt x="3965831" y="3459230"/>
                </a:lnTo>
                <a:cubicBezTo>
                  <a:pt x="4124605" y="3459230"/>
                  <a:pt x="4253767" y="3588317"/>
                  <a:pt x="4253767" y="3746999"/>
                </a:cubicBezTo>
                <a:lnTo>
                  <a:pt x="4253767" y="4541601"/>
                </a:lnTo>
                <a:lnTo>
                  <a:pt x="3965831" y="4541601"/>
                </a:lnTo>
                <a:lnTo>
                  <a:pt x="3965831" y="5141121"/>
                </a:lnTo>
                <a:lnTo>
                  <a:pt x="4565698" y="5141121"/>
                </a:lnTo>
                <a:lnTo>
                  <a:pt x="4565698" y="4541601"/>
                </a:lnTo>
                <a:lnTo>
                  <a:pt x="4277762" y="4541601"/>
                </a:lnTo>
                <a:close/>
              </a:path>
            </a:pathLst>
          </a:custGeom>
          <a:solidFill>
            <a:schemeClr val="lt1">
              <a:alpha val="2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10" name="Google Shape;110;p9"/>
          <p:cNvCxnSpPr/>
          <p:nvPr/>
        </p:nvCxnSpPr>
        <p:spPr>
          <a:xfrm>
            <a:off x="621792" y="0"/>
            <a:ext cx="0" cy="382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 - Quotation">
  <p:cSld name="10 - Quotation">
    <p:bg>
      <p:bgPr>
        <a:solidFill>
          <a:schemeClr val="dk2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>
            <a:spLocks noGrp="1"/>
          </p:cNvSpPr>
          <p:nvPr>
            <p:ph type="title"/>
          </p:nvPr>
        </p:nvSpPr>
        <p:spPr>
          <a:xfrm>
            <a:off x="894650" y="1171200"/>
            <a:ext cx="4389600" cy="28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ource Sans Pro"/>
              <a:buNone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 sz="2400" b="1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 sz="2400" b="1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 sz="2400" b="1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 sz="2400" b="1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 sz="2400" b="1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 sz="2400" b="1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 sz="2400" b="1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 sz="2400" b="1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13" name="Google Shape;113;p10"/>
          <p:cNvSpPr txBox="1">
            <a:spLocks noGrp="1"/>
          </p:cNvSpPr>
          <p:nvPr>
            <p:ph type="sldNum" idx="12"/>
          </p:nvPr>
        </p:nvSpPr>
        <p:spPr>
          <a:xfrm>
            <a:off x="8223723" y="4909710"/>
            <a:ext cx="792000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 </a:t>
            </a:r>
            <a:fld id="{00000000-1234-1234-1234-123412341234}" type="slidenum">
              <a:rPr lang="en-GB"/>
              <a:t>‹#›</a:t>
            </a:fld>
            <a:r>
              <a:rPr lang="en-GB"/>
              <a:t> ]</a:t>
            </a:r>
            <a:endParaRPr/>
          </a:p>
        </p:txBody>
      </p:sp>
      <p:sp>
        <p:nvSpPr>
          <p:cNvPr id="114" name="Google Shape;114;p10"/>
          <p:cNvSpPr txBox="1"/>
          <p:nvPr/>
        </p:nvSpPr>
        <p:spPr>
          <a:xfrm>
            <a:off x="449820" y="4917405"/>
            <a:ext cx="2755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</a:t>
            </a:r>
            <a:endParaRPr sz="7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 - Quotation / Internal">
  <p:cSld name="10 - Quotation_1">
    <p:bg>
      <p:bgPr>
        <a:solidFill>
          <a:schemeClr val="accen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 txBox="1">
            <a:spLocks noGrp="1"/>
          </p:cNvSpPr>
          <p:nvPr>
            <p:ph type="title"/>
          </p:nvPr>
        </p:nvSpPr>
        <p:spPr>
          <a:xfrm>
            <a:off x="894650" y="1171200"/>
            <a:ext cx="4389600" cy="28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ource Sans Pro"/>
              <a:buNone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 sz="2400" b="1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 sz="2400" b="1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 sz="2400" b="1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 sz="2400" b="1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 sz="2400" b="1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 sz="2400" b="1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 sz="2400" b="1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 sz="2400" b="1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17" name="Google Shape;117;p11"/>
          <p:cNvSpPr txBox="1">
            <a:spLocks noGrp="1"/>
          </p:cNvSpPr>
          <p:nvPr>
            <p:ph type="sldNum" idx="12"/>
          </p:nvPr>
        </p:nvSpPr>
        <p:spPr>
          <a:xfrm>
            <a:off x="8223723" y="4909710"/>
            <a:ext cx="792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 </a:t>
            </a:r>
            <a:fld id="{00000000-1234-1234-1234-123412341234}" type="slidenum">
              <a:rPr lang="en-GB"/>
              <a:t>‹#›</a:t>
            </a:fld>
            <a:r>
              <a:rPr lang="en-GB"/>
              <a:t> ]</a:t>
            </a:r>
            <a:endParaRPr/>
          </a:p>
        </p:txBody>
      </p:sp>
      <p:sp>
        <p:nvSpPr>
          <p:cNvPr id="118" name="Google Shape;118;p11"/>
          <p:cNvSpPr txBox="1"/>
          <p:nvPr/>
        </p:nvSpPr>
        <p:spPr>
          <a:xfrm>
            <a:off x="449831" y="4917400"/>
            <a:ext cx="28101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  [ INTERNAL USE ONLY ]</a:t>
            </a:r>
            <a:endParaRPr sz="7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- Thank you">
  <p:cSld name="11 - Thank you"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/>
        </p:nvSpPr>
        <p:spPr>
          <a:xfrm>
            <a:off x="-1732" y="-1"/>
            <a:ext cx="9145732" cy="5143500"/>
          </a:xfrm>
          <a:custGeom>
            <a:avLst/>
            <a:gdLst/>
            <a:ahLst/>
            <a:cxnLst/>
            <a:rect l="l" t="t" r="r" b="b"/>
            <a:pathLst>
              <a:path w="9145732" h="5143500" extrusionOk="0">
                <a:moveTo>
                  <a:pt x="481263" y="3473857"/>
                </a:moveTo>
                <a:lnTo>
                  <a:pt x="962526" y="3473857"/>
                </a:lnTo>
                <a:lnTo>
                  <a:pt x="962526" y="3704032"/>
                </a:lnTo>
                <a:lnTo>
                  <a:pt x="1193533" y="3704032"/>
                </a:lnTo>
                <a:lnTo>
                  <a:pt x="1193533" y="4186316"/>
                </a:lnTo>
                <a:cubicBezTo>
                  <a:pt x="1193533" y="4313646"/>
                  <a:pt x="1089917" y="4417212"/>
                  <a:pt x="962526" y="4417212"/>
                </a:cubicBezTo>
                <a:lnTo>
                  <a:pt x="481023" y="4417212"/>
                </a:lnTo>
                <a:cubicBezTo>
                  <a:pt x="475969" y="4288824"/>
                  <a:pt x="370284" y="4186316"/>
                  <a:pt x="240632" y="4186316"/>
                </a:cubicBezTo>
                <a:cubicBezTo>
                  <a:pt x="107755" y="4186316"/>
                  <a:pt x="0" y="4294019"/>
                  <a:pt x="0" y="4426833"/>
                </a:cubicBezTo>
                <a:lnTo>
                  <a:pt x="0" y="3704032"/>
                </a:lnTo>
                <a:lnTo>
                  <a:pt x="481263" y="3704032"/>
                </a:lnTo>
                <a:close/>
                <a:moveTo>
                  <a:pt x="8181426" y="2517081"/>
                </a:moveTo>
                <a:lnTo>
                  <a:pt x="8664469" y="2517081"/>
                </a:lnTo>
                <a:lnTo>
                  <a:pt x="8664469" y="2746727"/>
                </a:lnTo>
                <a:lnTo>
                  <a:pt x="9145732" y="2746727"/>
                </a:lnTo>
                <a:lnTo>
                  <a:pt x="9145732" y="5143500"/>
                </a:lnTo>
                <a:lnTo>
                  <a:pt x="0" y="5143500"/>
                </a:lnTo>
                <a:lnTo>
                  <a:pt x="0" y="4426833"/>
                </a:lnTo>
                <a:cubicBezTo>
                  <a:pt x="0" y="4559646"/>
                  <a:pt x="107755" y="4667349"/>
                  <a:pt x="240632" y="4667349"/>
                </a:cubicBezTo>
                <a:cubicBezTo>
                  <a:pt x="370284" y="4667349"/>
                  <a:pt x="475969" y="4564841"/>
                  <a:pt x="481023" y="4436453"/>
                </a:cubicBezTo>
                <a:lnTo>
                  <a:pt x="962526" y="4436453"/>
                </a:lnTo>
                <a:cubicBezTo>
                  <a:pt x="1100505" y="4436453"/>
                  <a:pt x="1212783" y="4324228"/>
                  <a:pt x="1212783" y="4186316"/>
                </a:cubicBezTo>
                <a:lnTo>
                  <a:pt x="1212783" y="3704032"/>
                </a:lnTo>
                <a:lnTo>
                  <a:pt x="1443790" y="3704032"/>
                </a:lnTo>
                <a:lnTo>
                  <a:pt x="1443790" y="3473905"/>
                </a:lnTo>
                <a:lnTo>
                  <a:pt x="1925149" y="3473905"/>
                </a:lnTo>
                <a:cubicBezTo>
                  <a:pt x="1927411" y="3601379"/>
                  <a:pt x="2034203" y="3704032"/>
                  <a:pt x="2165684" y="3704032"/>
                </a:cubicBezTo>
                <a:cubicBezTo>
                  <a:pt x="2297165" y="3704032"/>
                  <a:pt x="2403958" y="3601379"/>
                  <a:pt x="2406220" y="3474001"/>
                </a:cubicBezTo>
                <a:lnTo>
                  <a:pt x="2887579" y="3474001"/>
                </a:lnTo>
                <a:lnTo>
                  <a:pt x="2887579" y="3704032"/>
                </a:lnTo>
                <a:lnTo>
                  <a:pt x="3368842" y="3704032"/>
                </a:lnTo>
                <a:lnTo>
                  <a:pt x="3368842" y="3474049"/>
                </a:lnTo>
                <a:lnTo>
                  <a:pt x="3850202" y="3474049"/>
                </a:lnTo>
                <a:cubicBezTo>
                  <a:pt x="3852512" y="3601427"/>
                  <a:pt x="3959304" y="3704032"/>
                  <a:pt x="4090737" y="3704032"/>
                </a:cubicBezTo>
                <a:cubicBezTo>
                  <a:pt x="4222170" y="3704032"/>
                  <a:pt x="4328914" y="3601475"/>
                  <a:pt x="4331272" y="3474146"/>
                </a:cubicBezTo>
                <a:lnTo>
                  <a:pt x="4812632" y="3474146"/>
                </a:lnTo>
                <a:lnTo>
                  <a:pt x="4812632" y="3704032"/>
                </a:lnTo>
                <a:lnTo>
                  <a:pt x="5293895" y="3704032"/>
                </a:lnTo>
                <a:lnTo>
                  <a:pt x="5293895" y="3474194"/>
                </a:lnTo>
                <a:lnTo>
                  <a:pt x="5775399" y="3474194"/>
                </a:lnTo>
                <a:cubicBezTo>
                  <a:pt x="5780356" y="3602678"/>
                  <a:pt x="5886090" y="3705282"/>
                  <a:pt x="6015790" y="3705282"/>
                </a:cubicBezTo>
                <a:cubicBezTo>
                  <a:pt x="6145490" y="3705282"/>
                  <a:pt x="6251176" y="3602678"/>
                  <a:pt x="6256180" y="3474242"/>
                </a:cubicBezTo>
                <a:lnTo>
                  <a:pt x="6737684" y="3474242"/>
                </a:lnTo>
                <a:lnTo>
                  <a:pt x="6737684" y="3705282"/>
                </a:lnTo>
                <a:lnTo>
                  <a:pt x="6968691" y="3705282"/>
                </a:lnTo>
                <a:lnTo>
                  <a:pt x="6968691" y="4186316"/>
                </a:lnTo>
                <a:cubicBezTo>
                  <a:pt x="6968691" y="4324228"/>
                  <a:pt x="7080969" y="4436453"/>
                  <a:pt x="7218948" y="4436453"/>
                </a:cubicBezTo>
                <a:lnTo>
                  <a:pt x="7700307" y="4436453"/>
                </a:lnTo>
                <a:cubicBezTo>
                  <a:pt x="7702810" y="4563687"/>
                  <a:pt x="7809505" y="4666099"/>
                  <a:pt x="7940842" y="4666099"/>
                </a:cubicBezTo>
                <a:cubicBezTo>
                  <a:pt x="8072179" y="4666099"/>
                  <a:pt x="8178875" y="4563687"/>
                  <a:pt x="8181378" y="4436453"/>
                </a:cubicBezTo>
                <a:lnTo>
                  <a:pt x="8664421" y="4436453"/>
                </a:lnTo>
                <a:lnTo>
                  <a:pt x="8664421" y="4666099"/>
                </a:lnTo>
                <a:lnTo>
                  <a:pt x="9145684" y="4666099"/>
                </a:lnTo>
                <a:lnTo>
                  <a:pt x="9145684" y="4185065"/>
                </a:lnTo>
                <a:lnTo>
                  <a:pt x="8664421" y="4185065"/>
                </a:lnTo>
                <a:lnTo>
                  <a:pt x="8664421" y="4417212"/>
                </a:lnTo>
                <a:lnTo>
                  <a:pt x="8181474" y="4417212"/>
                </a:lnTo>
                <a:cubicBezTo>
                  <a:pt x="8180367" y="4288824"/>
                  <a:pt x="8073093" y="4185065"/>
                  <a:pt x="7940891" y="4185065"/>
                </a:cubicBezTo>
                <a:cubicBezTo>
                  <a:pt x="7808688" y="4185065"/>
                  <a:pt x="7701414" y="4288824"/>
                  <a:pt x="7700307" y="4417212"/>
                </a:cubicBezTo>
                <a:lnTo>
                  <a:pt x="7218996" y="4417212"/>
                </a:lnTo>
                <a:cubicBezTo>
                  <a:pt x="7091606" y="4417212"/>
                  <a:pt x="6987989" y="4313646"/>
                  <a:pt x="6987989" y="4186316"/>
                </a:cubicBezTo>
                <a:lnTo>
                  <a:pt x="6987989" y="3705282"/>
                </a:lnTo>
                <a:lnTo>
                  <a:pt x="7218996" y="3705282"/>
                </a:lnTo>
                <a:lnTo>
                  <a:pt x="7218996" y="3474338"/>
                </a:lnTo>
                <a:lnTo>
                  <a:pt x="7700259" y="3474338"/>
                </a:lnTo>
                <a:cubicBezTo>
                  <a:pt x="7767106" y="3474338"/>
                  <a:pt x="7829959" y="3448314"/>
                  <a:pt x="7877220" y="3401077"/>
                </a:cubicBezTo>
                <a:cubicBezTo>
                  <a:pt x="7924479" y="3353839"/>
                  <a:pt x="7950516" y="3291016"/>
                  <a:pt x="7950516" y="3224201"/>
                </a:cubicBezTo>
                <a:lnTo>
                  <a:pt x="7950516" y="2746486"/>
                </a:lnTo>
                <a:cubicBezTo>
                  <a:pt x="8077377" y="2741628"/>
                  <a:pt x="8178971" y="2641188"/>
                  <a:pt x="8181426" y="2517081"/>
                </a:cubicBezTo>
                <a:close/>
                <a:moveTo>
                  <a:pt x="8181570" y="1556649"/>
                </a:moveTo>
                <a:lnTo>
                  <a:pt x="8664469" y="1556649"/>
                </a:lnTo>
                <a:lnTo>
                  <a:pt x="8664469" y="1787546"/>
                </a:lnTo>
                <a:lnTo>
                  <a:pt x="9145636" y="1787546"/>
                </a:lnTo>
                <a:lnTo>
                  <a:pt x="9145636" y="1787594"/>
                </a:lnTo>
                <a:lnTo>
                  <a:pt x="9145732" y="1787546"/>
                </a:lnTo>
                <a:lnTo>
                  <a:pt x="9145732" y="2265693"/>
                </a:lnTo>
                <a:lnTo>
                  <a:pt x="8664469" y="2265693"/>
                </a:lnTo>
                <a:lnTo>
                  <a:pt x="8664469" y="2497840"/>
                </a:lnTo>
                <a:lnTo>
                  <a:pt x="8181522" y="2497840"/>
                </a:lnTo>
                <a:cubicBezTo>
                  <a:pt x="8180415" y="2372579"/>
                  <a:pt x="8078291" y="2270792"/>
                  <a:pt x="7950564" y="2265933"/>
                </a:cubicBezTo>
                <a:lnTo>
                  <a:pt x="7950564" y="1787546"/>
                </a:lnTo>
                <a:cubicBezTo>
                  <a:pt x="7950564" y="1660216"/>
                  <a:pt x="8054180" y="1556649"/>
                  <a:pt x="8181570" y="1556649"/>
                </a:cubicBezTo>
                <a:close/>
                <a:moveTo>
                  <a:pt x="0" y="0"/>
                </a:moveTo>
                <a:lnTo>
                  <a:pt x="9145732" y="0"/>
                </a:lnTo>
                <a:lnTo>
                  <a:pt x="9145732" y="1787546"/>
                </a:lnTo>
                <a:lnTo>
                  <a:pt x="9145636" y="1787546"/>
                </a:lnTo>
                <a:lnTo>
                  <a:pt x="9145636" y="1306560"/>
                </a:lnTo>
                <a:lnTo>
                  <a:pt x="8664373" y="1306560"/>
                </a:lnTo>
                <a:lnTo>
                  <a:pt x="8664373" y="1537456"/>
                </a:lnTo>
                <a:lnTo>
                  <a:pt x="8181474" y="1537456"/>
                </a:lnTo>
                <a:cubicBezTo>
                  <a:pt x="8043496" y="1537456"/>
                  <a:pt x="7931217" y="1649681"/>
                  <a:pt x="7931217" y="1787594"/>
                </a:cubicBezTo>
                <a:lnTo>
                  <a:pt x="7931217" y="2265982"/>
                </a:lnTo>
                <a:cubicBezTo>
                  <a:pt x="7802768" y="2270888"/>
                  <a:pt x="7700211" y="2373733"/>
                  <a:pt x="7700211" y="2499908"/>
                </a:cubicBezTo>
                <a:lnTo>
                  <a:pt x="7700211" y="2512608"/>
                </a:lnTo>
                <a:cubicBezTo>
                  <a:pt x="7700211" y="2638783"/>
                  <a:pt x="7802768" y="2741628"/>
                  <a:pt x="7931217" y="2746534"/>
                </a:cubicBezTo>
                <a:lnTo>
                  <a:pt x="7931217" y="3224249"/>
                </a:lnTo>
                <a:cubicBezTo>
                  <a:pt x="7931217" y="3285917"/>
                  <a:pt x="7907202" y="3343930"/>
                  <a:pt x="7863551" y="3387512"/>
                </a:cubicBezTo>
                <a:cubicBezTo>
                  <a:pt x="7819901" y="3431141"/>
                  <a:pt x="7761908" y="3455145"/>
                  <a:pt x="7700211" y="3455145"/>
                </a:cubicBezTo>
                <a:lnTo>
                  <a:pt x="7218948" y="3455145"/>
                </a:lnTo>
                <a:lnTo>
                  <a:pt x="7218948" y="3224249"/>
                </a:lnTo>
                <a:lnTo>
                  <a:pt x="6737684" y="3224249"/>
                </a:lnTo>
                <a:lnTo>
                  <a:pt x="6737684" y="3455049"/>
                </a:lnTo>
                <a:lnTo>
                  <a:pt x="6256180" y="3455049"/>
                </a:lnTo>
                <a:cubicBezTo>
                  <a:pt x="6251079" y="3326709"/>
                  <a:pt x="6145442" y="3224249"/>
                  <a:pt x="6015790" y="3224249"/>
                </a:cubicBezTo>
                <a:cubicBezTo>
                  <a:pt x="5886185" y="3224249"/>
                  <a:pt x="5780548" y="3326709"/>
                  <a:pt x="5775399" y="3455001"/>
                </a:cubicBezTo>
                <a:lnTo>
                  <a:pt x="5293895" y="3455001"/>
                </a:lnTo>
                <a:lnTo>
                  <a:pt x="5293895" y="3222998"/>
                </a:lnTo>
                <a:lnTo>
                  <a:pt x="4812632" y="3222998"/>
                </a:lnTo>
                <a:lnTo>
                  <a:pt x="4812632" y="3454904"/>
                </a:lnTo>
                <a:lnTo>
                  <a:pt x="4331320" y="3454904"/>
                </a:lnTo>
                <a:cubicBezTo>
                  <a:pt x="4330069" y="3326613"/>
                  <a:pt x="4222844" y="3222998"/>
                  <a:pt x="4090737" y="3222998"/>
                </a:cubicBezTo>
                <a:cubicBezTo>
                  <a:pt x="3958630" y="3222998"/>
                  <a:pt x="3851453" y="3326613"/>
                  <a:pt x="3850154" y="3454856"/>
                </a:cubicBezTo>
                <a:lnTo>
                  <a:pt x="3368842" y="3454856"/>
                </a:lnTo>
                <a:lnTo>
                  <a:pt x="3368842" y="3222998"/>
                </a:lnTo>
                <a:lnTo>
                  <a:pt x="2887579" y="3222998"/>
                </a:lnTo>
                <a:lnTo>
                  <a:pt x="2887579" y="3454760"/>
                </a:lnTo>
                <a:lnTo>
                  <a:pt x="2406268" y="3454760"/>
                </a:lnTo>
                <a:cubicBezTo>
                  <a:pt x="2404920" y="3326517"/>
                  <a:pt x="2297743" y="3222998"/>
                  <a:pt x="2165684" y="3222998"/>
                </a:cubicBezTo>
                <a:cubicBezTo>
                  <a:pt x="2033626" y="3222998"/>
                  <a:pt x="1926496" y="3326517"/>
                  <a:pt x="1925101" y="3454712"/>
                </a:cubicBezTo>
                <a:lnTo>
                  <a:pt x="1443790" y="3454712"/>
                </a:lnTo>
                <a:lnTo>
                  <a:pt x="1443790" y="3222998"/>
                </a:lnTo>
                <a:lnTo>
                  <a:pt x="962526" y="3222998"/>
                </a:lnTo>
                <a:lnTo>
                  <a:pt x="962526" y="3454616"/>
                </a:lnTo>
                <a:lnTo>
                  <a:pt x="481263" y="3454616"/>
                </a:lnTo>
                <a:lnTo>
                  <a:pt x="481263" y="3222998"/>
                </a:lnTo>
                <a:lnTo>
                  <a:pt x="0" y="3222998"/>
                </a:lnTo>
                <a:close/>
              </a:path>
            </a:pathLst>
          </a:cu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4021" y="373727"/>
            <a:ext cx="703070" cy="31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2"/>
          <p:cNvSpPr txBox="1"/>
          <p:nvPr/>
        </p:nvSpPr>
        <p:spPr>
          <a:xfrm>
            <a:off x="624021" y="4839076"/>
            <a:ext cx="122209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Pro"/>
              <a:buNone/>
            </a:pPr>
            <a:r>
              <a:rPr lang="en-GB" sz="9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©202</a:t>
            </a:r>
            <a:r>
              <a:rPr lang="en-GB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</a:t>
            </a:r>
            <a:r>
              <a:rPr lang="en-GB" sz="9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Dataiku Inc.</a:t>
            </a:r>
            <a:endParaRPr sz="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1857021" y="4836871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71450" h="171450" extrusionOk="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moveTo>
                  <a:pt x="171450" y="85725"/>
                </a:moveTo>
                <a:cubicBezTo>
                  <a:pt x="171450" y="38380"/>
                  <a:pt x="133070" y="0"/>
                  <a:pt x="85725" y="0"/>
                </a:cubicBezTo>
                <a:moveTo>
                  <a:pt x="171450" y="85725"/>
                </a:moveTo>
                <a:lnTo>
                  <a:pt x="0" y="85725"/>
                </a:lnTo>
                <a:moveTo>
                  <a:pt x="85725" y="171450"/>
                </a:moveTo>
                <a:cubicBezTo>
                  <a:pt x="38380" y="171450"/>
                  <a:pt x="0" y="133070"/>
                  <a:pt x="0" y="85725"/>
                </a:cubicBezTo>
                <a:moveTo>
                  <a:pt x="85725" y="171450"/>
                </a:moveTo>
                <a:cubicBezTo>
                  <a:pt x="101508" y="171450"/>
                  <a:pt x="114300" y="133064"/>
                  <a:pt x="114300" y="85725"/>
                </a:cubicBezTo>
                <a:cubicBezTo>
                  <a:pt x="114300" y="38386"/>
                  <a:pt x="101508" y="0"/>
                  <a:pt x="85725" y="0"/>
                </a:cubicBezTo>
                <a:moveTo>
                  <a:pt x="85725" y="171450"/>
                </a:moveTo>
                <a:cubicBezTo>
                  <a:pt x="69942" y="171450"/>
                  <a:pt x="57150" y="133064"/>
                  <a:pt x="57150" y="85725"/>
                </a:cubicBezTo>
                <a:cubicBezTo>
                  <a:pt x="57150" y="38386"/>
                  <a:pt x="69942" y="0"/>
                  <a:pt x="85725" y="0"/>
                </a:cubicBezTo>
                <a:moveTo>
                  <a:pt x="85725" y="0"/>
                </a:moveTo>
                <a:cubicBezTo>
                  <a:pt x="38380" y="0"/>
                  <a:pt x="0" y="38380"/>
                  <a:pt x="0" y="85725"/>
                </a:cubicBezTo>
              </a:path>
            </a:pathLst>
          </a:custGeom>
          <a:noFill/>
          <a:ln w="158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4" name="Google Shape;124;p12"/>
          <p:cNvSpPr txBox="1"/>
          <p:nvPr/>
        </p:nvSpPr>
        <p:spPr>
          <a:xfrm>
            <a:off x="2110277" y="4839622"/>
            <a:ext cx="72974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dataiku.com</a:t>
            </a:r>
            <a:endParaRPr sz="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25" name="Google Shape;125;p12"/>
          <p:cNvCxnSpPr/>
          <p:nvPr/>
        </p:nvCxnSpPr>
        <p:spPr>
          <a:xfrm>
            <a:off x="1700912" y="4835779"/>
            <a:ext cx="0" cy="14400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6" name="Google Shape;126;p12"/>
          <p:cNvSpPr txBox="1"/>
          <p:nvPr/>
        </p:nvSpPr>
        <p:spPr>
          <a:xfrm>
            <a:off x="3299805" y="4839076"/>
            <a:ext cx="119853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contact@dataiku.com</a:t>
            </a:r>
            <a:endParaRPr sz="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3046549" y="4852325"/>
            <a:ext cx="144000" cy="112000"/>
          </a:xfrm>
          <a:custGeom>
            <a:avLst/>
            <a:gdLst/>
            <a:ahLst/>
            <a:cxnLst/>
            <a:rect l="l" t="t" r="r" b="b"/>
            <a:pathLst>
              <a:path w="171450" h="133350" extrusionOk="0">
                <a:moveTo>
                  <a:pt x="0" y="28575"/>
                </a:moveTo>
                <a:lnTo>
                  <a:pt x="75152" y="78677"/>
                </a:lnTo>
                <a:cubicBezTo>
                  <a:pt x="81554" y="82948"/>
                  <a:pt x="89896" y="82948"/>
                  <a:pt x="96298" y="78677"/>
                </a:cubicBezTo>
                <a:lnTo>
                  <a:pt x="171450" y="28575"/>
                </a:lnTo>
                <a:moveTo>
                  <a:pt x="19050" y="133350"/>
                </a:moveTo>
                <a:lnTo>
                  <a:pt x="152400" y="133350"/>
                </a:lnTo>
                <a:cubicBezTo>
                  <a:pt x="162921" y="133350"/>
                  <a:pt x="171450" y="124821"/>
                  <a:pt x="171450" y="114300"/>
                </a:cubicBezTo>
                <a:lnTo>
                  <a:pt x="171450" y="19050"/>
                </a:lnTo>
                <a:cubicBezTo>
                  <a:pt x="171450" y="8529"/>
                  <a:pt x="162921" y="0"/>
                  <a:pt x="152400" y="0"/>
                </a:cubicBezTo>
                <a:lnTo>
                  <a:pt x="19050" y="0"/>
                </a:lnTo>
                <a:cubicBezTo>
                  <a:pt x="8529" y="0"/>
                  <a:pt x="0" y="8529"/>
                  <a:pt x="0" y="19050"/>
                </a:cubicBezTo>
                <a:lnTo>
                  <a:pt x="0" y="114300"/>
                </a:lnTo>
                <a:cubicBezTo>
                  <a:pt x="0" y="124821"/>
                  <a:pt x="8529" y="133350"/>
                  <a:pt x="19050" y="133350"/>
                </a:cubicBezTo>
                <a:close/>
              </a:path>
            </a:pathLst>
          </a:custGeom>
          <a:noFill/>
          <a:ln w="158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28" name="Google Shape;128;p12"/>
          <p:cNvCxnSpPr/>
          <p:nvPr/>
        </p:nvCxnSpPr>
        <p:spPr>
          <a:xfrm>
            <a:off x="2890440" y="4836325"/>
            <a:ext cx="0" cy="14400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9" name="Google Shape;129;p12">
            <a:hlinkClick r:id="rId3"/>
          </p:cNvPr>
          <p:cNvSpPr/>
          <p:nvPr/>
        </p:nvSpPr>
        <p:spPr>
          <a:xfrm>
            <a:off x="4984902" y="4838149"/>
            <a:ext cx="126000" cy="125723"/>
          </a:xfrm>
          <a:custGeom>
            <a:avLst/>
            <a:gdLst/>
            <a:ahLst/>
            <a:cxnLst/>
            <a:rect l="l" t="t" r="r" b="b"/>
            <a:pathLst>
              <a:path w="144000" h="143683" extrusionOk="0">
                <a:moveTo>
                  <a:pt x="4612" y="46168"/>
                </a:moveTo>
                <a:lnTo>
                  <a:pt x="33520" y="46168"/>
                </a:lnTo>
                <a:cubicBezTo>
                  <a:pt x="34803" y="46168"/>
                  <a:pt x="35842" y="47208"/>
                  <a:pt x="35842" y="48491"/>
                </a:cubicBezTo>
                <a:lnTo>
                  <a:pt x="35842" y="141361"/>
                </a:lnTo>
                <a:cubicBezTo>
                  <a:pt x="35842" y="142644"/>
                  <a:pt x="34803" y="143683"/>
                  <a:pt x="33520" y="143683"/>
                </a:cubicBezTo>
                <a:lnTo>
                  <a:pt x="4612" y="143683"/>
                </a:lnTo>
                <a:cubicBezTo>
                  <a:pt x="3329" y="143683"/>
                  <a:pt x="2289" y="142644"/>
                  <a:pt x="2289" y="141361"/>
                </a:cubicBezTo>
                <a:lnTo>
                  <a:pt x="2289" y="48491"/>
                </a:lnTo>
                <a:cubicBezTo>
                  <a:pt x="2289" y="47208"/>
                  <a:pt x="3329" y="46168"/>
                  <a:pt x="4612" y="46168"/>
                </a:cubicBezTo>
                <a:close/>
                <a:moveTo>
                  <a:pt x="107050" y="43860"/>
                </a:moveTo>
                <a:cubicBezTo>
                  <a:pt x="139610" y="43860"/>
                  <a:pt x="144000" y="67397"/>
                  <a:pt x="144000" y="90420"/>
                </a:cubicBezTo>
                <a:lnTo>
                  <a:pt x="144000" y="141361"/>
                </a:lnTo>
                <a:cubicBezTo>
                  <a:pt x="144000" y="142644"/>
                  <a:pt x="142961" y="143683"/>
                  <a:pt x="141678" y="143683"/>
                </a:cubicBezTo>
                <a:lnTo>
                  <a:pt x="112822" y="143683"/>
                </a:lnTo>
                <a:cubicBezTo>
                  <a:pt x="111539" y="143683"/>
                  <a:pt x="110499" y="142644"/>
                  <a:pt x="110499" y="141361"/>
                </a:cubicBezTo>
                <a:lnTo>
                  <a:pt x="110499" y="96208"/>
                </a:lnTo>
                <a:cubicBezTo>
                  <a:pt x="110499" y="83566"/>
                  <a:pt x="109565" y="73896"/>
                  <a:pt x="97810" y="73896"/>
                </a:cubicBezTo>
                <a:cubicBezTo>
                  <a:pt x="87016" y="73896"/>
                  <a:pt x="82811" y="79928"/>
                  <a:pt x="82811" y="95412"/>
                </a:cubicBezTo>
                <a:lnTo>
                  <a:pt x="82811" y="141360"/>
                </a:lnTo>
                <a:cubicBezTo>
                  <a:pt x="82811" y="142643"/>
                  <a:pt x="81771" y="143683"/>
                  <a:pt x="80488" y="143683"/>
                </a:cubicBezTo>
                <a:lnTo>
                  <a:pt x="51643" y="143683"/>
                </a:lnTo>
                <a:cubicBezTo>
                  <a:pt x="50360" y="143683"/>
                  <a:pt x="49320" y="142643"/>
                  <a:pt x="49320" y="141360"/>
                </a:cubicBezTo>
                <a:lnTo>
                  <a:pt x="49320" y="48491"/>
                </a:lnTo>
                <a:cubicBezTo>
                  <a:pt x="49320" y="47208"/>
                  <a:pt x="50360" y="46168"/>
                  <a:pt x="51643" y="46168"/>
                </a:cubicBezTo>
                <a:lnTo>
                  <a:pt x="79328" y="46168"/>
                </a:lnTo>
                <a:cubicBezTo>
                  <a:pt x="80611" y="46168"/>
                  <a:pt x="81650" y="47208"/>
                  <a:pt x="81650" y="48491"/>
                </a:cubicBezTo>
                <a:lnTo>
                  <a:pt x="81650" y="54523"/>
                </a:lnTo>
                <a:cubicBezTo>
                  <a:pt x="86856" y="48851"/>
                  <a:pt x="95439" y="43860"/>
                  <a:pt x="107050" y="43860"/>
                </a:cubicBezTo>
                <a:close/>
                <a:moveTo>
                  <a:pt x="19076" y="0"/>
                </a:moveTo>
                <a:cubicBezTo>
                  <a:pt x="29586" y="0"/>
                  <a:pt x="38137" y="8548"/>
                  <a:pt x="38136" y="19055"/>
                </a:cubicBezTo>
                <a:cubicBezTo>
                  <a:pt x="38136" y="29566"/>
                  <a:pt x="29586" y="38118"/>
                  <a:pt x="19076" y="38118"/>
                </a:cubicBezTo>
                <a:cubicBezTo>
                  <a:pt x="8557" y="38118"/>
                  <a:pt x="0" y="29567"/>
                  <a:pt x="0" y="19055"/>
                </a:cubicBezTo>
                <a:cubicBezTo>
                  <a:pt x="0" y="8548"/>
                  <a:pt x="8557" y="0"/>
                  <a:pt x="1907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0" name="Google Shape;130;p12">
            <a:hlinkClick r:id="rId4"/>
          </p:cNvPr>
          <p:cNvSpPr/>
          <p:nvPr/>
        </p:nvSpPr>
        <p:spPr>
          <a:xfrm>
            <a:off x="5536319" y="4857432"/>
            <a:ext cx="143832" cy="100252"/>
          </a:xfrm>
          <a:custGeom>
            <a:avLst/>
            <a:gdLst/>
            <a:ahLst/>
            <a:cxnLst/>
            <a:rect l="l" t="t" r="r" b="b"/>
            <a:pathLst>
              <a:path w="913221" h="636522" extrusionOk="0">
                <a:moveTo>
                  <a:pt x="897441" y="102392"/>
                </a:moveTo>
                <a:cubicBezTo>
                  <a:pt x="886261" y="53825"/>
                  <a:pt x="846536" y="17994"/>
                  <a:pt x="798714" y="12649"/>
                </a:cubicBezTo>
                <a:cubicBezTo>
                  <a:pt x="685470" y="8"/>
                  <a:pt x="570850" y="-58"/>
                  <a:pt x="456757" y="8"/>
                </a:cubicBezTo>
                <a:cubicBezTo>
                  <a:pt x="342645" y="-58"/>
                  <a:pt x="228006" y="8"/>
                  <a:pt x="114762" y="12649"/>
                </a:cubicBezTo>
                <a:cubicBezTo>
                  <a:pt x="66968" y="17994"/>
                  <a:pt x="27272" y="53825"/>
                  <a:pt x="16092" y="102392"/>
                </a:cubicBezTo>
                <a:cubicBezTo>
                  <a:pt x="179" y="171557"/>
                  <a:pt x="0" y="247056"/>
                  <a:pt x="0" y="318266"/>
                </a:cubicBezTo>
                <a:cubicBezTo>
                  <a:pt x="0" y="389476"/>
                  <a:pt x="0" y="464966"/>
                  <a:pt x="15912" y="534121"/>
                </a:cubicBezTo>
                <a:cubicBezTo>
                  <a:pt x="27074" y="582679"/>
                  <a:pt x="66779" y="618510"/>
                  <a:pt x="114602" y="623864"/>
                </a:cubicBezTo>
                <a:cubicBezTo>
                  <a:pt x="227836" y="636515"/>
                  <a:pt x="342466" y="636581"/>
                  <a:pt x="456578" y="636515"/>
                </a:cubicBezTo>
                <a:cubicBezTo>
                  <a:pt x="570708" y="636581"/>
                  <a:pt x="685310" y="636515"/>
                  <a:pt x="798535" y="623864"/>
                </a:cubicBezTo>
                <a:cubicBezTo>
                  <a:pt x="846329" y="618519"/>
                  <a:pt x="886063" y="582688"/>
                  <a:pt x="897243" y="534121"/>
                </a:cubicBezTo>
                <a:cubicBezTo>
                  <a:pt x="913165" y="464957"/>
                  <a:pt x="913222" y="389467"/>
                  <a:pt x="913222" y="318266"/>
                </a:cubicBezTo>
                <a:cubicBezTo>
                  <a:pt x="913222" y="247056"/>
                  <a:pt x="913354" y="171557"/>
                  <a:pt x="897441" y="102392"/>
                </a:cubicBezTo>
                <a:close/>
                <a:moveTo>
                  <a:pt x="338762" y="460008"/>
                </a:moveTo>
                <a:cubicBezTo>
                  <a:pt x="338762" y="358990"/>
                  <a:pt x="338762" y="259028"/>
                  <a:pt x="338762" y="158001"/>
                </a:cubicBezTo>
                <a:cubicBezTo>
                  <a:pt x="435547" y="208500"/>
                  <a:pt x="531691" y="258660"/>
                  <a:pt x="629088" y="309471"/>
                </a:cubicBezTo>
                <a:cubicBezTo>
                  <a:pt x="531992" y="359829"/>
                  <a:pt x="435801" y="409687"/>
                  <a:pt x="338762" y="46000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1" name="Google Shape;131;p12">
            <a:hlinkClick r:id="rId5"/>
          </p:cNvPr>
          <p:cNvSpPr/>
          <p:nvPr/>
        </p:nvSpPr>
        <p:spPr>
          <a:xfrm>
            <a:off x="4699208" y="4845325"/>
            <a:ext cx="129600" cy="128560"/>
          </a:xfrm>
          <a:custGeom>
            <a:avLst/>
            <a:gdLst/>
            <a:ahLst/>
            <a:cxnLst/>
            <a:rect l="l" t="t" r="r" b="b"/>
            <a:pathLst>
              <a:path w="5184000" h="5142388" extrusionOk="0">
                <a:moveTo>
                  <a:pt x="5184000" y="2586908"/>
                </a:moveTo>
                <a:cubicBezTo>
                  <a:pt x="5184000" y="1158197"/>
                  <a:pt x="4023523" y="0"/>
                  <a:pt x="2592000" y="0"/>
                </a:cubicBezTo>
                <a:cubicBezTo>
                  <a:pt x="1160477" y="0"/>
                  <a:pt x="0" y="1158197"/>
                  <a:pt x="0" y="2586908"/>
                </a:cubicBezTo>
                <a:cubicBezTo>
                  <a:pt x="0" y="3878088"/>
                  <a:pt x="947852" y="4948320"/>
                  <a:pt x="2187000" y="5142389"/>
                </a:cubicBezTo>
                <a:lnTo>
                  <a:pt x="2187000" y="3334686"/>
                </a:lnTo>
                <a:lnTo>
                  <a:pt x="1528875" y="3334686"/>
                </a:lnTo>
                <a:lnTo>
                  <a:pt x="1528875" y="2586908"/>
                </a:lnTo>
                <a:lnTo>
                  <a:pt x="2187000" y="2586908"/>
                </a:lnTo>
                <a:lnTo>
                  <a:pt x="2187000" y="2016980"/>
                </a:lnTo>
                <a:cubicBezTo>
                  <a:pt x="2187000" y="1368636"/>
                  <a:pt x="2573978" y="1010511"/>
                  <a:pt x="3166037" y="1010511"/>
                </a:cubicBezTo>
                <a:cubicBezTo>
                  <a:pt x="3449638" y="1010511"/>
                  <a:pt x="3746250" y="1061036"/>
                  <a:pt x="3746250" y="1061036"/>
                </a:cubicBezTo>
                <a:lnTo>
                  <a:pt x="3746250" y="1697658"/>
                </a:lnTo>
                <a:lnTo>
                  <a:pt x="3419415" y="1697658"/>
                </a:lnTo>
                <a:cubicBezTo>
                  <a:pt x="3097440" y="1697658"/>
                  <a:pt x="2997000" y="1897083"/>
                  <a:pt x="2997000" y="2101660"/>
                </a:cubicBezTo>
                <a:lnTo>
                  <a:pt x="2997000" y="2586908"/>
                </a:lnTo>
                <a:lnTo>
                  <a:pt x="3715875" y="2586908"/>
                </a:lnTo>
                <a:lnTo>
                  <a:pt x="3600956" y="3334686"/>
                </a:lnTo>
                <a:lnTo>
                  <a:pt x="2997000" y="3334686"/>
                </a:lnTo>
                <a:lnTo>
                  <a:pt x="2997000" y="5142389"/>
                </a:lnTo>
                <a:cubicBezTo>
                  <a:pt x="4236148" y="4948320"/>
                  <a:pt x="5184000" y="3878138"/>
                  <a:pt x="5184000" y="258690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32" name="Google Shape;132;p12"/>
          <p:cNvCxnSpPr/>
          <p:nvPr/>
        </p:nvCxnSpPr>
        <p:spPr>
          <a:xfrm>
            <a:off x="4543099" y="4836325"/>
            <a:ext cx="0" cy="14400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" name="Google Shape;133;p12"/>
          <p:cNvSpPr txBox="1">
            <a:spLocks noGrp="1"/>
          </p:cNvSpPr>
          <p:nvPr>
            <p:ph type="title"/>
          </p:nvPr>
        </p:nvSpPr>
        <p:spPr>
          <a:xfrm>
            <a:off x="633278" y="1509627"/>
            <a:ext cx="472871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Roboto Condensed"/>
              <a:buNone/>
              <a:defRPr sz="48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Roboto Condensed"/>
              <a:buNone/>
              <a:defRPr sz="48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Roboto Condensed"/>
              <a:buNone/>
              <a:defRPr sz="48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Roboto Condensed"/>
              <a:buNone/>
              <a:defRPr sz="4800"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Roboto Condensed"/>
              <a:buNone/>
              <a:defRPr sz="48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Roboto Condensed"/>
              <a:buNone/>
              <a:defRPr sz="48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Roboto Condensed"/>
              <a:buNone/>
              <a:defRPr sz="48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Roboto Condensed"/>
              <a:buNone/>
              <a:defRPr sz="48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grpSp>
        <p:nvGrpSpPr>
          <p:cNvPr id="134" name="Google Shape;134;p12"/>
          <p:cNvGrpSpPr/>
          <p:nvPr/>
        </p:nvGrpSpPr>
        <p:grpSpPr>
          <a:xfrm>
            <a:off x="5249697" y="4840963"/>
            <a:ext cx="139178" cy="125730"/>
            <a:chOff x="6878849" y="4537864"/>
            <a:chExt cx="202029" cy="182534"/>
          </a:xfrm>
        </p:grpSpPr>
        <p:sp>
          <p:nvSpPr>
            <p:cNvPr id="135" name="Google Shape;135;p12">
              <a:hlinkClick r:id="rId6"/>
            </p:cNvPr>
            <p:cNvSpPr/>
            <p:nvPr/>
          </p:nvSpPr>
          <p:spPr>
            <a:xfrm>
              <a:off x="6878900" y="4537975"/>
              <a:ext cx="201900" cy="18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36" name="Google Shape;136;p12"/>
            <p:cNvGrpSpPr/>
            <p:nvPr/>
          </p:nvGrpSpPr>
          <p:grpSpPr>
            <a:xfrm>
              <a:off x="6878849" y="4537864"/>
              <a:ext cx="202029" cy="182534"/>
              <a:chOff x="1486072" y="841546"/>
              <a:chExt cx="944946" cy="854161"/>
            </a:xfrm>
          </p:grpSpPr>
          <p:sp>
            <p:nvSpPr>
              <p:cNvPr id="137" name="Google Shape;137;p12">
                <a:hlinkClick r:id="rId6"/>
              </p:cNvPr>
              <p:cNvSpPr/>
              <p:nvPr/>
            </p:nvSpPr>
            <p:spPr>
              <a:xfrm>
                <a:off x="1504711" y="1308406"/>
                <a:ext cx="406763" cy="387300"/>
              </a:xfrm>
              <a:custGeom>
                <a:avLst/>
                <a:gdLst/>
                <a:ahLst/>
                <a:cxnLst/>
                <a:rect l="l" t="t" r="r" b="b"/>
                <a:pathLst>
                  <a:path w="406763" h="387300" extrusionOk="0">
                    <a:moveTo>
                      <a:pt x="406764" y="88406"/>
                    </a:moveTo>
                    <a:lnTo>
                      <a:pt x="144994" y="387301"/>
                    </a:lnTo>
                    <a:lnTo>
                      <a:pt x="0" y="387301"/>
                    </a:lnTo>
                    <a:lnTo>
                      <a:pt x="339041" y="0"/>
                    </a:lnTo>
                    <a:lnTo>
                      <a:pt x="406764" y="884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38" name="Google Shape;138;p12">
                <a:hlinkClick r:id="rId6"/>
              </p:cNvPr>
              <p:cNvSpPr/>
              <p:nvPr/>
            </p:nvSpPr>
            <p:spPr>
              <a:xfrm>
                <a:off x="1990607" y="841546"/>
                <a:ext cx="384586" cy="363079"/>
              </a:xfrm>
              <a:custGeom>
                <a:avLst/>
                <a:gdLst/>
                <a:ahLst/>
                <a:cxnLst/>
                <a:rect l="l" t="t" r="r" b="b"/>
                <a:pathLst>
                  <a:path w="384586" h="363079" extrusionOk="0">
                    <a:moveTo>
                      <a:pt x="0" y="274186"/>
                    </a:moveTo>
                    <a:lnTo>
                      <a:pt x="239684" y="0"/>
                    </a:lnTo>
                    <a:lnTo>
                      <a:pt x="384586" y="0"/>
                    </a:lnTo>
                    <a:lnTo>
                      <a:pt x="67113" y="363079"/>
                    </a:lnTo>
                    <a:lnTo>
                      <a:pt x="0" y="2741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39" name="Google Shape;139;p12">
                <a:hlinkClick r:id="rId6"/>
              </p:cNvPr>
              <p:cNvSpPr/>
              <p:nvPr/>
            </p:nvSpPr>
            <p:spPr>
              <a:xfrm>
                <a:off x="1486072" y="841546"/>
                <a:ext cx="944946" cy="854161"/>
              </a:xfrm>
              <a:custGeom>
                <a:avLst/>
                <a:gdLst/>
                <a:ahLst/>
                <a:cxnLst/>
                <a:rect l="l" t="t" r="r" b="b"/>
                <a:pathLst>
                  <a:path w="944946" h="854161" extrusionOk="0">
                    <a:moveTo>
                      <a:pt x="944946" y="854161"/>
                    </a:moveTo>
                    <a:lnTo>
                      <a:pt x="653342" y="854161"/>
                    </a:lnTo>
                    <a:lnTo>
                      <a:pt x="0" y="0"/>
                    </a:lnTo>
                    <a:lnTo>
                      <a:pt x="298987" y="0"/>
                    </a:lnTo>
                    <a:lnTo>
                      <a:pt x="944946" y="854161"/>
                    </a:lnTo>
                    <a:close/>
                    <a:moveTo>
                      <a:pt x="693335" y="767433"/>
                    </a:moveTo>
                    <a:lnTo>
                      <a:pt x="773626" y="767433"/>
                    </a:lnTo>
                    <a:lnTo>
                      <a:pt x="255364" y="82182"/>
                    </a:lnTo>
                    <a:lnTo>
                      <a:pt x="169215" y="82182"/>
                    </a:lnTo>
                    <a:lnTo>
                      <a:pt x="693365" y="76743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</p:grpSp>
      <p:sp>
        <p:nvSpPr>
          <p:cNvPr id="140" name="Google Shape;140;p12"/>
          <p:cNvSpPr/>
          <p:nvPr/>
        </p:nvSpPr>
        <p:spPr>
          <a:xfrm>
            <a:off x="-1732" y="1306560"/>
            <a:ext cx="9145732" cy="3360789"/>
          </a:xfrm>
          <a:custGeom>
            <a:avLst/>
            <a:gdLst/>
            <a:ahLst/>
            <a:cxnLst/>
            <a:rect l="l" t="t" r="r" b="b"/>
            <a:pathLst>
              <a:path w="9145732" h="3360789" extrusionOk="0">
                <a:moveTo>
                  <a:pt x="9145636" y="481034"/>
                </a:moveTo>
                <a:lnTo>
                  <a:pt x="9145636" y="0"/>
                </a:lnTo>
                <a:lnTo>
                  <a:pt x="8664373" y="0"/>
                </a:lnTo>
                <a:lnTo>
                  <a:pt x="8664373" y="230896"/>
                </a:lnTo>
                <a:lnTo>
                  <a:pt x="8181474" y="230896"/>
                </a:lnTo>
                <a:cubicBezTo>
                  <a:pt x="8043496" y="230896"/>
                  <a:pt x="7931217" y="343121"/>
                  <a:pt x="7931217" y="481034"/>
                </a:cubicBezTo>
                <a:lnTo>
                  <a:pt x="7931217" y="959422"/>
                </a:lnTo>
                <a:cubicBezTo>
                  <a:pt x="7802768" y="964328"/>
                  <a:pt x="7700211" y="1067173"/>
                  <a:pt x="7700211" y="1193348"/>
                </a:cubicBezTo>
                <a:lnTo>
                  <a:pt x="7700211" y="1206048"/>
                </a:lnTo>
                <a:cubicBezTo>
                  <a:pt x="7700211" y="1332223"/>
                  <a:pt x="7802768" y="1435068"/>
                  <a:pt x="7931217" y="1439974"/>
                </a:cubicBezTo>
                <a:lnTo>
                  <a:pt x="7931217" y="1917689"/>
                </a:lnTo>
                <a:cubicBezTo>
                  <a:pt x="7931217" y="1979357"/>
                  <a:pt x="7907202" y="2037370"/>
                  <a:pt x="7863551" y="2080952"/>
                </a:cubicBezTo>
                <a:cubicBezTo>
                  <a:pt x="7819901" y="2124581"/>
                  <a:pt x="7761908" y="2148585"/>
                  <a:pt x="7700211" y="2148585"/>
                </a:cubicBezTo>
                <a:lnTo>
                  <a:pt x="7218948" y="2148585"/>
                </a:lnTo>
                <a:lnTo>
                  <a:pt x="7218948" y="1917689"/>
                </a:lnTo>
                <a:lnTo>
                  <a:pt x="6737684" y="1917689"/>
                </a:lnTo>
                <a:lnTo>
                  <a:pt x="6737684" y="2148489"/>
                </a:lnTo>
                <a:lnTo>
                  <a:pt x="6256180" y="2148489"/>
                </a:lnTo>
                <a:cubicBezTo>
                  <a:pt x="6251079" y="2020149"/>
                  <a:pt x="6145442" y="1917689"/>
                  <a:pt x="6015790" y="1917689"/>
                </a:cubicBezTo>
                <a:lnTo>
                  <a:pt x="6015790" y="1917689"/>
                </a:lnTo>
                <a:cubicBezTo>
                  <a:pt x="5886185" y="1917689"/>
                  <a:pt x="5780548" y="2020149"/>
                  <a:pt x="5775399" y="2148441"/>
                </a:cubicBezTo>
                <a:lnTo>
                  <a:pt x="5293895" y="2148441"/>
                </a:lnTo>
                <a:lnTo>
                  <a:pt x="5293895" y="1916438"/>
                </a:lnTo>
                <a:lnTo>
                  <a:pt x="4812632" y="1916438"/>
                </a:lnTo>
                <a:lnTo>
                  <a:pt x="4812632" y="2148344"/>
                </a:lnTo>
                <a:lnTo>
                  <a:pt x="4331320" y="2148344"/>
                </a:lnTo>
                <a:cubicBezTo>
                  <a:pt x="4330069" y="2020053"/>
                  <a:pt x="4222844" y="1916438"/>
                  <a:pt x="4090737" y="1916438"/>
                </a:cubicBezTo>
                <a:cubicBezTo>
                  <a:pt x="3958630" y="1916438"/>
                  <a:pt x="3851453" y="2020053"/>
                  <a:pt x="3850154" y="2148296"/>
                </a:cubicBezTo>
                <a:lnTo>
                  <a:pt x="3368842" y="2148296"/>
                </a:lnTo>
                <a:lnTo>
                  <a:pt x="3368842" y="1916438"/>
                </a:lnTo>
                <a:lnTo>
                  <a:pt x="2887579" y="1916438"/>
                </a:lnTo>
                <a:lnTo>
                  <a:pt x="2887579" y="2148200"/>
                </a:lnTo>
                <a:lnTo>
                  <a:pt x="2406268" y="2148200"/>
                </a:lnTo>
                <a:cubicBezTo>
                  <a:pt x="2404920" y="2019957"/>
                  <a:pt x="2297743" y="1916438"/>
                  <a:pt x="2165684" y="1916438"/>
                </a:cubicBezTo>
                <a:cubicBezTo>
                  <a:pt x="2033626" y="1916438"/>
                  <a:pt x="1926496" y="2019957"/>
                  <a:pt x="1925101" y="2148152"/>
                </a:cubicBezTo>
                <a:lnTo>
                  <a:pt x="1443790" y="2148152"/>
                </a:lnTo>
                <a:lnTo>
                  <a:pt x="1443790" y="1916438"/>
                </a:lnTo>
                <a:lnTo>
                  <a:pt x="962526" y="1916438"/>
                </a:lnTo>
                <a:lnTo>
                  <a:pt x="962526" y="2148056"/>
                </a:lnTo>
                <a:lnTo>
                  <a:pt x="481263" y="2148056"/>
                </a:lnTo>
                <a:lnTo>
                  <a:pt x="481263" y="1916438"/>
                </a:lnTo>
                <a:lnTo>
                  <a:pt x="0" y="1916438"/>
                </a:lnTo>
                <a:lnTo>
                  <a:pt x="0" y="2397472"/>
                </a:lnTo>
                <a:lnTo>
                  <a:pt x="481263" y="2397472"/>
                </a:lnTo>
                <a:lnTo>
                  <a:pt x="481263" y="2167297"/>
                </a:lnTo>
                <a:lnTo>
                  <a:pt x="962526" y="2167297"/>
                </a:lnTo>
                <a:lnTo>
                  <a:pt x="962526" y="2397472"/>
                </a:lnTo>
                <a:lnTo>
                  <a:pt x="1193533" y="2397472"/>
                </a:lnTo>
                <a:lnTo>
                  <a:pt x="1193533" y="2879756"/>
                </a:lnTo>
                <a:cubicBezTo>
                  <a:pt x="1193533" y="3007086"/>
                  <a:pt x="1089917" y="3110652"/>
                  <a:pt x="962526" y="3110652"/>
                </a:cubicBezTo>
                <a:lnTo>
                  <a:pt x="481023" y="3110652"/>
                </a:lnTo>
                <a:cubicBezTo>
                  <a:pt x="475969" y="2982264"/>
                  <a:pt x="370284" y="2879756"/>
                  <a:pt x="240632" y="2879756"/>
                </a:cubicBezTo>
                <a:lnTo>
                  <a:pt x="240632" y="2879756"/>
                </a:lnTo>
                <a:cubicBezTo>
                  <a:pt x="107755" y="2879756"/>
                  <a:pt x="0" y="2987459"/>
                  <a:pt x="0" y="3120273"/>
                </a:cubicBezTo>
                <a:lnTo>
                  <a:pt x="0" y="3120273"/>
                </a:lnTo>
                <a:cubicBezTo>
                  <a:pt x="0" y="3253086"/>
                  <a:pt x="107755" y="3360789"/>
                  <a:pt x="240632" y="3360789"/>
                </a:cubicBezTo>
                <a:lnTo>
                  <a:pt x="240632" y="3360789"/>
                </a:lnTo>
                <a:cubicBezTo>
                  <a:pt x="370284" y="3360789"/>
                  <a:pt x="475969" y="3258281"/>
                  <a:pt x="481023" y="3129893"/>
                </a:cubicBezTo>
                <a:lnTo>
                  <a:pt x="962526" y="3129893"/>
                </a:lnTo>
                <a:cubicBezTo>
                  <a:pt x="1100505" y="3129893"/>
                  <a:pt x="1212783" y="3017668"/>
                  <a:pt x="1212783" y="2879756"/>
                </a:cubicBezTo>
                <a:lnTo>
                  <a:pt x="1212783" y="2397472"/>
                </a:lnTo>
                <a:lnTo>
                  <a:pt x="1443790" y="2397472"/>
                </a:lnTo>
                <a:lnTo>
                  <a:pt x="1443790" y="2167345"/>
                </a:lnTo>
                <a:lnTo>
                  <a:pt x="1925149" y="2167345"/>
                </a:lnTo>
                <a:cubicBezTo>
                  <a:pt x="1927411" y="2294819"/>
                  <a:pt x="2034203" y="2397472"/>
                  <a:pt x="2165684" y="2397472"/>
                </a:cubicBezTo>
                <a:cubicBezTo>
                  <a:pt x="2297165" y="2397472"/>
                  <a:pt x="2403958" y="2294819"/>
                  <a:pt x="2406220" y="2167441"/>
                </a:cubicBezTo>
                <a:lnTo>
                  <a:pt x="2887579" y="2167441"/>
                </a:lnTo>
                <a:lnTo>
                  <a:pt x="2887579" y="2397472"/>
                </a:lnTo>
                <a:lnTo>
                  <a:pt x="3368842" y="2397472"/>
                </a:lnTo>
                <a:lnTo>
                  <a:pt x="3368842" y="2167489"/>
                </a:lnTo>
                <a:lnTo>
                  <a:pt x="3850202" y="2167489"/>
                </a:lnTo>
                <a:cubicBezTo>
                  <a:pt x="3852512" y="2294867"/>
                  <a:pt x="3959304" y="2397472"/>
                  <a:pt x="4090737" y="2397472"/>
                </a:cubicBezTo>
                <a:cubicBezTo>
                  <a:pt x="4222170" y="2397472"/>
                  <a:pt x="4328914" y="2294915"/>
                  <a:pt x="4331272" y="2167586"/>
                </a:cubicBezTo>
                <a:lnTo>
                  <a:pt x="4812632" y="2167586"/>
                </a:lnTo>
                <a:lnTo>
                  <a:pt x="4812632" y="2397472"/>
                </a:lnTo>
                <a:lnTo>
                  <a:pt x="5293895" y="2397472"/>
                </a:lnTo>
                <a:lnTo>
                  <a:pt x="5293895" y="2167634"/>
                </a:lnTo>
                <a:lnTo>
                  <a:pt x="5775399" y="2167634"/>
                </a:lnTo>
                <a:cubicBezTo>
                  <a:pt x="5780356" y="2296118"/>
                  <a:pt x="5886090" y="2398722"/>
                  <a:pt x="6015790" y="2398722"/>
                </a:cubicBezTo>
                <a:lnTo>
                  <a:pt x="6015790" y="2398722"/>
                </a:lnTo>
                <a:cubicBezTo>
                  <a:pt x="6145490" y="2398722"/>
                  <a:pt x="6251176" y="2296118"/>
                  <a:pt x="6256180" y="2167682"/>
                </a:cubicBezTo>
                <a:lnTo>
                  <a:pt x="6737684" y="2167682"/>
                </a:lnTo>
                <a:lnTo>
                  <a:pt x="6737684" y="2398722"/>
                </a:lnTo>
                <a:lnTo>
                  <a:pt x="6968691" y="2398722"/>
                </a:lnTo>
                <a:lnTo>
                  <a:pt x="6968691" y="2879756"/>
                </a:lnTo>
                <a:cubicBezTo>
                  <a:pt x="6968691" y="3017668"/>
                  <a:pt x="7080969" y="3129893"/>
                  <a:pt x="7218948" y="3129893"/>
                </a:cubicBezTo>
                <a:lnTo>
                  <a:pt x="7700307" y="3129893"/>
                </a:lnTo>
                <a:cubicBezTo>
                  <a:pt x="7702810" y="3257127"/>
                  <a:pt x="7809505" y="3359539"/>
                  <a:pt x="7940842" y="3359539"/>
                </a:cubicBezTo>
                <a:cubicBezTo>
                  <a:pt x="8072179" y="3359539"/>
                  <a:pt x="8178875" y="3257127"/>
                  <a:pt x="8181378" y="3129893"/>
                </a:cubicBezTo>
                <a:lnTo>
                  <a:pt x="8664421" y="3129893"/>
                </a:lnTo>
                <a:lnTo>
                  <a:pt x="8664421" y="3359539"/>
                </a:lnTo>
                <a:lnTo>
                  <a:pt x="9145684" y="3359539"/>
                </a:lnTo>
                <a:lnTo>
                  <a:pt x="9145684" y="2878505"/>
                </a:lnTo>
                <a:lnTo>
                  <a:pt x="8664421" y="2878505"/>
                </a:lnTo>
                <a:lnTo>
                  <a:pt x="8664421" y="3110652"/>
                </a:lnTo>
                <a:lnTo>
                  <a:pt x="8181474" y="3110652"/>
                </a:lnTo>
                <a:cubicBezTo>
                  <a:pt x="8180367" y="2982264"/>
                  <a:pt x="8073093" y="2878505"/>
                  <a:pt x="7940891" y="2878505"/>
                </a:cubicBezTo>
                <a:cubicBezTo>
                  <a:pt x="7808688" y="2878505"/>
                  <a:pt x="7701414" y="2982264"/>
                  <a:pt x="7700307" y="3110652"/>
                </a:cubicBezTo>
                <a:lnTo>
                  <a:pt x="7218996" y="3110652"/>
                </a:lnTo>
                <a:cubicBezTo>
                  <a:pt x="7091606" y="3110652"/>
                  <a:pt x="6987989" y="3007086"/>
                  <a:pt x="6987989" y="2879756"/>
                </a:cubicBezTo>
                <a:lnTo>
                  <a:pt x="6987989" y="2398722"/>
                </a:lnTo>
                <a:lnTo>
                  <a:pt x="7218996" y="2398722"/>
                </a:lnTo>
                <a:lnTo>
                  <a:pt x="7218996" y="2167778"/>
                </a:lnTo>
                <a:lnTo>
                  <a:pt x="7700259" y="2167778"/>
                </a:lnTo>
                <a:cubicBezTo>
                  <a:pt x="7700259" y="2167778"/>
                  <a:pt x="7700259" y="2167778"/>
                  <a:pt x="7700259" y="2167778"/>
                </a:cubicBezTo>
                <a:cubicBezTo>
                  <a:pt x="7767106" y="2167778"/>
                  <a:pt x="7829959" y="2141754"/>
                  <a:pt x="7877220" y="2094517"/>
                </a:cubicBezTo>
                <a:cubicBezTo>
                  <a:pt x="7924479" y="2047279"/>
                  <a:pt x="7950516" y="1984456"/>
                  <a:pt x="7950516" y="1917641"/>
                </a:cubicBezTo>
                <a:lnTo>
                  <a:pt x="7950516" y="1439926"/>
                </a:lnTo>
                <a:cubicBezTo>
                  <a:pt x="8077377" y="1435068"/>
                  <a:pt x="8178971" y="1334628"/>
                  <a:pt x="8181426" y="1210521"/>
                </a:cubicBezTo>
                <a:lnTo>
                  <a:pt x="8664469" y="1210521"/>
                </a:lnTo>
                <a:lnTo>
                  <a:pt x="8664469" y="1440167"/>
                </a:lnTo>
                <a:lnTo>
                  <a:pt x="9145732" y="1440167"/>
                </a:lnTo>
                <a:lnTo>
                  <a:pt x="9145732" y="959133"/>
                </a:lnTo>
                <a:lnTo>
                  <a:pt x="8664469" y="959133"/>
                </a:lnTo>
                <a:lnTo>
                  <a:pt x="8664469" y="1191280"/>
                </a:lnTo>
                <a:lnTo>
                  <a:pt x="8181522" y="1191280"/>
                </a:lnTo>
                <a:cubicBezTo>
                  <a:pt x="8180415" y="1066019"/>
                  <a:pt x="8078291" y="964232"/>
                  <a:pt x="7950564" y="959373"/>
                </a:cubicBezTo>
                <a:lnTo>
                  <a:pt x="7950564" y="480986"/>
                </a:lnTo>
                <a:cubicBezTo>
                  <a:pt x="7950564" y="353656"/>
                  <a:pt x="8054180" y="250089"/>
                  <a:pt x="8181570" y="250089"/>
                </a:cubicBezTo>
                <a:lnTo>
                  <a:pt x="8664469" y="250089"/>
                </a:lnTo>
                <a:lnTo>
                  <a:pt x="8664469" y="480986"/>
                </a:lnTo>
                <a:lnTo>
                  <a:pt x="9145732" y="480986"/>
                </a:lnTo>
                <a:close/>
              </a:path>
            </a:pathLst>
          </a:custGeom>
          <a:solidFill>
            <a:schemeClr val="lt1">
              <a:alpha val="749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- Blank ">
  <p:cSld name="0 - Blank ">
    <p:bg>
      <p:bgPr>
        <a:solidFill>
          <a:srgbClr val="F0F3F6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 txBox="1">
            <a:spLocks noGrp="1"/>
          </p:cNvSpPr>
          <p:nvPr>
            <p:ph type="sldNum" idx="12"/>
          </p:nvPr>
        </p:nvSpPr>
        <p:spPr>
          <a:xfrm>
            <a:off x="8223723" y="4909710"/>
            <a:ext cx="792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 </a:t>
            </a:r>
            <a:fld id="{00000000-1234-1234-1234-123412341234}" type="slidenum">
              <a:rPr lang="en-GB"/>
              <a:t>‹#›</a:t>
            </a:fld>
            <a:r>
              <a:rPr lang="en-GB"/>
              <a:t> ]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449820" y="4917405"/>
            <a:ext cx="2755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</a:t>
            </a:r>
            <a:endParaRPr sz="700" b="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- general">
  <p:cSld name="5 - general">
    <p:bg>
      <p:bgPr>
        <a:solidFill>
          <a:schemeClr val="dk2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6" name="Google Shape;146;p14"/>
          <p:cNvSpPr txBox="1">
            <a:spLocks noGrp="1"/>
          </p:cNvSpPr>
          <p:nvPr>
            <p:ph type="sldNum" idx="12"/>
          </p:nvPr>
        </p:nvSpPr>
        <p:spPr>
          <a:xfrm>
            <a:off x="8223723" y="4909710"/>
            <a:ext cx="792000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 </a:t>
            </a:r>
            <a:fld id="{00000000-1234-1234-1234-123412341234}" type="slidenum">
              <a:rPr lang="en-GB"/>
              <a:t>‹#›</a:t>
            </a:fld>
            <a:r>
              <a:rPr lang="en-GB"/>
              <a:t> ]</a:t>
            </a:r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title"/>
          </p:nvPr>
        </p:nvSpPr>
        <p:spPr>
          <a:xfrm>
            <a:off x="449820" y="377971"/>
            <a:ext cx="788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449820" y="4917405"/>
            <a:ext cx="2755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</a:t>
            </a:r>
            <a:endParaRPr sz="700"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9" name="Google Shape;149;p14"/>
          <p:cNvSpPr txBox="1">
            <a:spLocks noGrp="1"/>
          </p:cNvSpPr>
          <p:nvPr>
            <p:ph type="subTitle" idx="1"/>
          </p:nvPr>
        </p:nvSpPr>
        <p:spPr>
          <a:xfrm>
            <a:off x="449825" y="722376"/>
            <a:ext cx="7689600" cy="234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-825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- general neutral">
  <p:cSld name="5 - general_2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>
            <a:spLocks noGrp="1"/>
          </p:cNvSpPr>
          <p:nvPr>
            <p:ph type="sldNum" idx="12"/>
          </p:nvPr>
        </p:nvSpPr>
        <p:spPr>
          <a:xfrm>
            <a:off x="8223723" y="4909710"/>
            <a:ext cx="792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 </a:t>
            </a:r>
            <a:fld id="{00000000-1234-1234-1234-123412341234}" type="slidenum">
              <a:rPr lang="en-GB"/>
              <a:t>‹#›</a:t>
            </a:fld>
            <a:r>
              <a:rPr lang="en-GB"/>
              <a:t> ]</a:t>
            </a:r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title"/>
          </p:nvPr>
        </p:nvSpPr>
        <p:spPr>
          <a:xfrm>
            <a:off x="449820" y="377971"/>
            <a:ext cx="788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449820" y="4917405"/>
            <a:ext cx="2755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</a:t>
            </a:r>
            <a:endParaRPr sz="7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4" name="Google Shape;154;p15"/>
          <p:cNvSpPr txBox="1">
            <a:spLocks noGrp="1"/>
          </p:cNvSpPr>
          <p:nvPr>
            <p:ph type="subTitle" idx="1"/>
          </p:nvPr>
        </p:nvSpPr>
        <p:spPr>
          <a:xfrm>
            <a:off x="449825" y="722376"/>
            <a:ext cx="7689600" cy="234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-825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449820" y="4917405"/>
            <a:ext cx="2755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</a:t>
            </a:r>
            <a:endParaRPr sz="700" b="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- general neutral / internal">
  <p:cSld name="5 - general_2_1"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>
            <a:spLocks noGrp="1"/>
          </p:cNvSpPr>
          <p:nvPr>
            <p:ph type="sldNum" idx="12"/>
          </p:nvPr>
        </p:nvSpPr>
        <p:spPr>
          <a:xfrm>
            <a:off x="8223723" y="4909710"/>
            <a:ext cx="792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 </a:t>
            </a:r>
            <a:fld id="{00000000-1234-1234-1234-123412341234}" type="slidenum">
              <a:rPr lang="en-GB"/>
              <a:t>‹#›</a:t>
            </a:fld>
            <a:r>
              <a:rPr lang="en-GB"/>
              <a:t> ]</a:t>
            </a:r>
            <a:endParaRPr/>
          </a:p>
        </p:txBody>
      </p:sp>
      <p:sp>
        <p:nvSpPr>
          <p:cNvPr id="158" name="Google Shape;158;p16"/>
          <p:cNvSpPr txBox="1">
            <a:spLocks noGrp="1"/>
          </p:cNvSpPr>
          <p:nvPr>
            <p:ph type="title"/>
          </p:nvPr>
        </p:nvSpPr>
        <p:spPr>
          <a:xfrm>
            <a:off x="449820" y="377971"/>
            <a:ext cx="788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449820" y="4917405"/>
            <a:ext cx="2755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</a:t>
            </a:r>
            <a:endParaRPr sz="7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0" name="Google Shape;160;p16"/>
          <p:cNvSpPr txBox="1">
            <a:spLocks noGrp="1"/>
          </p:cNvSpPr>
          <p:nvPr>
            <p:ph type="subTitle" idx="1"/>
          </p:nvPr>
        </p:nvSpPr>
        <p:spPr>
          <a:xfrm>
            <a:off x="449825" y="722376"/>
            <a:ext cx="7689600" cy="234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-825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449831" y="4917400"/>
            <a:ext cx="28101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  </a:t>
            </a:r>
            <a:r>
              <a:rPr lang="en-GB" sz="7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 INTERNAL USE ONLY ]</a:t>
            </a:r>
            <a:endParaRPr sz="700" b="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- general w/o subti">
  <p:cSld name="5 - general_1">
    <p:bg>
      <p:bgPr>
        <a:solidFill>
          <a:schemeClr val="dk2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4" name="Google Shape;164;p17"/>
          <p:cNvSpPr txBox="1">
            <a:spLocks noGrp="1"/>
          </p:cNvSpPr>
          <p:nvPr>
            <p:ph type="sldNum" idx="12"/>
          </p:nvPr>
        </p:nvSpPr>
        <p:spPr>
          <a:xfrm>
            <a:off x="8223723" y="4909710"/>
            <a:ext cx="792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 </a:t>
            </a:r>
            <a:fld id="{00000000-1234-1234-1234-123412341234}" type="slidenum">
              <a:rPr lang="en-GB"/>
              <a:t>‹#›</a:t>
            </a:fld>
            <a:r>
              <a:rPr lang="en-GB"/>
              <a:t> ]</a:t>
            </a: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title"/>
          </p:nvPr>
        </p:nvSpPr>
        <p:spPr>
          <a:xfrm>
            <a:off x="449820" y="377971"/>
            <a:ext cx="788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449820" y="4917405"/>
            <a:ext cx="2755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</a:t>
            </a:r>
            <a:endParaRPr sz="700" b="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- general w/o subti internal">
  <p:cSld name="5 - general_1_1">
    <p:bg>
      <p:bgPr>
        <a:solidFill>
          <a:schemeClr val="accent1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9" name="Google Shape;169;p18"/>
          <p:cNvSpPr txBox="1">
            <a:spLocks noGrp="1"/>
          </p:cNvSpPr>
          <p:nvPr>
            <p:ph type="sldNum" idx="12"/>
          </p:nvPr>
        </p:nvSpPr>
        <p:spPr>
          <a:xfrm>
            <a:off x="8223723" y="4909710"/>
            <a:ext cx="792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 </a:t>
            </a:r>
            <a:fld id="{00000000-1234-1234-1234-123412341234}" type="slidenum">
              <a:rPr lang="en-GB"/>
              <a:t>‹#›</a:t>
            </a:fld>
            <a:r>
              <a:rPr lang="en-GB"/>
              <a:t> ]</a:t>
            </a:r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title"/>
          </p:nvPr>
        </p:nvSpPr>
        <p:spPr>
          <a:xfrm>
            <a:off x="449820" y="377971"/>
            <a:ext cx="788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449831" y="4917400"/>
            <a:ext cx="28101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  </a:t>
            </a:r>
            <a:r>
              <a:rPr lang="en-GB" sz="7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 INTERNAL USE ONLY ]</a:t>
            </a:r>
            <a:endParaRPr sz="700" b="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- General side">
  <p:cSld name="5 - General side">
    <p:bg>
      <p:bgPr>
        <a:solidFill>
          <a:schemeClr val="dk2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4" name="Google Shape;174;p19"/>
          <p:cNvSpPr txBox="1">
            <a:spLocks noGrp="1"/>
          </p:cNvSpPr>
          <p:nvPr>
            <p:ph type="title"/>
          </p:nvPr>
        </p:nvSpPr>
        <p:spPr>
          <a:xfrm>
            <a:off x="449820" y="1598400"/>
            <a:ext cx="2755800" cy="9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75" name="Google Shape;175;p19"/>
          <p:cNvSpPr txBox="1">
            <a:spLocks noGrp="1"/>
          </p:cNvSpPr>
          <p:nvPr>
            <p:ph type="sldNum" idx="12"/>
          </p:nvPr>
        </p:nvSpPr>
        <p:spPr>
          <a:xfrm>
            <a:off x="8223723" y="4909710"/>
            <a:ext cx="792000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 </a:t>
            </a:r>
            <a:fld id="{00000000-1234-1234-1234-123412341234}" type="slidenum">
              <a:rPr lang="en-GB"/>
              <a:t>‹#›</a:t>
            </a:fld>
            <a:r>
              <a:rPr lang="en-GB"/>
              <a:t> ]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449820" y="4917405"/>
            <a:ext cx="2755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</a:t>
            </a:r>
            <a:endParaRPr sz="700"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7" name="Google Shape;177;p19"/>
          <p:cNvSpPr txBox="1">
            <a:spLocks noGrp="1"/>
          </p:cNvSpPr>
          <p:nvPr>
            <p:ph type="subTitle" idx="1"/>
          </p:nvPr>
        </p:nvSpPr>
        <p:spPr>
          <a:xfrm>
            <a:off x="449825" y="2718775"/>
            <a:ext cx="2803500" cy="158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- general / Internal">
  <p:cSld name="5 - general / internal">
    <p:bg>
      <p:bgPr>
        <a:solidFill>
          <a:schemeClr val="accen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0" name="Google Shape;180;p20"/>
          <p:cNvSpPr txBox="1">
            <a:spLocks noGrp="1"/>
          </p:cNvSpPr>
          <p:nvPr>
            <p:ph type="sldNum" idx="12"/>
          </p:nvPr>
        </p:nvSpPr>
        <p:spPr>
          <a:xfrm>
            <a:off x="8223723" y="4909710"/>
            <a:ext cx="792000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 </a:t>
            </a:r>
            <a:fld id="{00000000-1234-1234-1234-123412341234}" type="slidenum">
              <a:rPr lang="en-GB"/>
              <a:t>‹#›</a:t>
            </a:fld>
            <a:r>
              <a:rPr lang="en-GB"/>
              <a:t> ]</a:t>
            </a:r>
            <a:endParaRPr/>
          </a:p>
        </p:txBody>
      </p:sp>
      <p:sp>
        <p:nvSpPr>
          <p:cNvPr id="181" name="Google Shape;181;p20"/>
          <p:cNvSpPr txBox="1">
            <a:spLocks noGrp="1"/>
          </p:cNvSpPr>
          <p:nvPr>
            <p:ph type="title"/>
          </p:nvPr>
        </p:nvSpPr>
        <p:spPr>
          <a:xfrm>
            <a:off x="449820" y="377971"/>
            <a:ext cx="788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449831" y="4917400"/>
            <a:ext cx="28101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  </a:t>
            </a:r>
            <a:r>
              <a:rPr lang="en-GB" sz="7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 INTERNAL USE ONLY ]</a:t>
            </a:r>
            <a:endParaRPr sz="700"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3" name="Google Shape;183;p20"/>
          <p:cNvSpPr txBox="1">
            <a:spLocks noGrp="1"/>
          </p:cNvSpPr>
          <p:nvPr>
            <p:ph type="subTitle" idx="1"/>
          </p:nvPr>
        </p:nvSpPr>
        <p:spPr>
          <a:xfrm>
            <a:off x="449825" y="722376"/>
            <a:ext cx="7689600" cy="234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-825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- General side / Internal">
  <p:cSld name="5 - General side / internal">
    <p:bg>
      <p:bgPr>
        <a:solidFill>
          <a:schemeClr val="accen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6" name="Google Shape;186;p21"/>
          <p:cNvSpPr txBox="1">
            <a:spLocks noGrp="1"/>
          </p:cNvSpPr>
          <p:nvPr>
            <p:ph type="title"/>
          </p:nvPr>
        </p:nvSpPr>
        <p:spPr>
          <a:xfrm>
            <a:off x="449820" y="1597339"/>
            <a:ext cx="2755800" cy="9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 Condensed"/>
              <a:buNone/>
              <a:defRPr sz="24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87" name="Google Shape;187;p21"/>
          <p:cNvSpPr txBox="1">
            <a:spLocks noGrp="1"/>
          </p:cNvSpPr>
          <p:nvPr>
            <p:ph type="sldNum" idx="12"/>
          </p:nvPr>
        </p:nvSpPr>
        <p:spPr>
          <a:xfrm>
            <a:off x="8223723" y="4909710"/>
            <a:ext cx="792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1" i="0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1" i="0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1" i="0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1" i="0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1" i="0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1" i="0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1" i="0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1" i="0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1" i="0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 </a:t>
            </a:r>
            <a:fld id="{00000000-1234-1234-1234-123412341234}" type="slidenum">
              <a:rPr lang="en-GB"/>
              <a:t>‹#›</a:t>
            </a:fld>
            <a:r>
              <a:rPr lang="en-GB"/>
              <a:t> ]</a:t>
            </a:r>
            <a:endParaRPr/>
          </a:p>
        </p:txBody>
      </p:sp>
      <p:sp>
        <p:nvSpPr>
          <p:cNvPr id="188" name="Google Shape;188;p21"/>
          <p:cNvSpPr txBox="1">
            <a:spLocks noGrp="1"/>
          </p:cNvSpPr>
          <p:nvPr>
            <p:ph type="subTitle" idx="1"/>
          </p:nvPr>
        </p:nvSpPr>
        <p:spPr>
          <a:xfrm>
            <a:off x="449825" y="2718775"/>
            <a:ext cx="2803500" cy="158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0"/>
              <a:buFont typeface="Roboto Condensed"/>
              <a:buNone/>
              <a:defRPr sz="13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449831" y="4917400"/>
            <a:ext cx="28101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  </a:t>
            </a:r>
            <a:r>
              <a:rPr lang="en-GB" sz="7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 INTERNAL USE ONLY ]</a:t>
            </a:r>
            <a:endParaRPr sz="700" b="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- General side color">
  <p:cSld name="5 - General side color">
    <p:bg>
      <p:bgPr>
        <a:solidFill>
          <a:schemeClr val="dk2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>
            <a:spLocks noGrp="1"/>
          </p:cNvSpPr>
          <p:nvPr>
            <p:ph type="title"/>
          </p:nvPr>
        </p:nvSpPr>
        <p:spPr>
          <a:xfrm>
            <a:off x="449820" y="1322160"/>
            <a:ext cx="2755800" cy="24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Condensed"/>
              <a:buNone/>
              <a:defRPr sz="24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2"/>
          <p:cNvSpPr txBox="1">
            <a:spLocks noGrp="1"/>
          </p:cNvSpPr>
          <p:nvPr>
            <p:ph type="sldNum" idx="12"/>
          </p:nvPr>
        </p:nvSpPr>
        <p:spPr>
          <a:xfrm>
            <a:off x="8223723" y="4909710"/>
            <a:ext cx="792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 </a:t>
            </a:r>
            <a:fld id="{00000000-1234-1234-1234-123412341234}" type="slidenum">
              <a:rPr lang="en-GB"/>
              <a:t>‹#›</a:t>
            </a:fld>
            <a:r>
              <a:rPr lang="en-GB"/>
              <a:t> ]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449820" y="4917405"/>
            <a:ext cx="2755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</a:t>
            </a:r>
            <a:endParaRPr sz="7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- General side color / Internal">
  <p:cSld name="5 - General side color_1">
    <p:bg>
      <p:bgPr>
        <a:solidFill>
          <a:schemeClr val="accent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>
            <a:spLocks noGrp="1"/>
          </p:cNvSpPr>
          <p:nvPr>
            <p:ph type="title"/>
          </p:nvPr>
        </p:nvSpPr>
        <p:spPr>
          <a:xfrm>
            <a:off x="449820" y="1322160"/>
            <a:ext cx="2755800" cy="24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Condensed"/>
              <a:buNone/>
              <a:defRPr sz="24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3"/>
          <p:cNvSpPr txBox="1">
            <a:spLocks noGrp="1"/>
          </p:cNvSpPr>
          <p:nvPr>
            <p:ph type="sldNum" idx="12"/>
          </p:nvPr>
        </p:nvSpPr>
        <p:spPr>
          <a:xfrm>
            <a:off x="8223723" y="4909710"/>
            <a:ext cx="792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 </a:t>
            </a:r>
            <a:fld id="{00000000-1234-1234-1234-123412341234}" type="slidenum">
              <a:rPr lang="en-GB"/>
              <a:t>‹#›</a:t>
            </a:fld>
            <a:r>
              <a:rPr lang="en-GB"/>
              <a:t> ]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449831" y="4917400"/>
            <a:ext cx="28101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  [ INTERNAL USE ONLY ]</a:t>
            </a:r>
            <a:endParaRPr sz="7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- General side 1">
  <p:cSld name="5 - General side_1">
    <p:bg>
      <p:bgPr>
        <a:solidFill>
          <a:schemeClr val="dk2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449820" y="1322160"/>
            <a:ext cx="2755800" cy="24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sldNum" idx="12"/>
          </p:nvPr>
        </p:nvSpPr>
        <p:spPr>
          <a:xfrm>
            <a:off x="8223723" y="4909710"/>
            <a:ext cx="792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 </a:t>
            </a:r>
            <a:fld id="{00000000-1234-1234-1234-123412341234}" type="slidenum">
              <a:rPr lang="en-GB"/>
              <a:t>‹#›</a:t>
            </a:fld>
            <a:r>
              <a:rPr lang="en-GB"/>
              <a:t> ]</a:t>
            </a:r>
            <a:endParaRPr/>
          </a:p>
        </p:txBody>
      </p:sp>
      <p:sp>
        <p:nvSpPr>
          <p:cNvPr id="202" name="Google Shape;202;p24"/>
          <p:cNvSpPr txBox="1"/>
          <p:nvPr/>
        </p:nvSpPr>
        <p:spPr>
          <a:xfrm>
            <a:off x="449820" y="4917405"/>
            <a:ext cx="27558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</a:t>
            </a:r>
            <a:endParaRPr sz="700" b="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- General side 1 / Internal">
  <p:cSld name="5 - General side_1_1">
    <p:bg>
      <p:bgPr>
        <a:solidFill>
          <a:schemeClr val="accen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05" name="Google Shape;205;p25"/>
          <p:cNvSpPr txBox="1">
            <a:spLocks noGrp="1"/>
          </p:cNvSpPr>
          <p:nvPr>
            <p:ph type="title"/>
          </p:nvPr>
        </p:nvSpPr>
        <p:spPr>
          <a:xfrm>
            <a:off x="449820" y="1322160"/>
            <a:ext cx="2755800" cy="24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Condensed"/>
              <a:buNone/>
              <a:defRPr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5"/>
          <p:cNvSpPr txBox="1">
            <a:spLocks noGrp="1"/>
          </p:cNvSpPr>
          <p:nvPr>
            <p:ph type="sldNum" idx="12"/>
          </p:nvPr>
        </p:nvSpPr>
        <p:spPr>
          <a:xfrm>
            <a:off x="8223723" y="4909710"/>
            <a:ext cx="792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 </a:t>
            </a:r>
            <a:fld id="{00000000-1234-1234-1234-123412341234}" type="slidenum">
              <a:rPr lang="en-GB"/>
              <a:t>‹#›</a:t>
            </a:fld>
            <a:r>
              <a:rPr lang="en-GB"/>
              <a:t> ]</a:t>
            </a:r>
            <a:endParaRPr/>
          </a:p>
        </p:txBody>
      </p:sp>
      <p:sp>
        <p:nvSpPr>
          <p:cNvPr id="207" name="Google Shape;207;p25"/>
          <p:cNvSpPr txBox="1"/>
          <p:nvPr/>
        </p:nvSpPr>
        <p:spPr>
          <a:xfrm>
            <a:off x="449831" y="4917400"/>
            <a:ext cx="28101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D6D9E0"/>
                </a:solidFill>
                <a:latin typeface="Roboto Mono"/>
                <a:ea typeface="Roboto Mono"/>
                <a:cs typeface="Roboto Mono"/>
                <a:sym typeface="Roboto Mono"/>
              </a:rPr>
              <a:t>©2024 DATAIKU INC.  </a:t>
            </a:r>
            <a:r>
              <a:rPr lang="en-GB" sz="7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 INTERNAL USE ONLY ]</a:t>
            </a:r>
            <a:endParaRPr sz="700" b="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- General">
  <p:cSld name="3 - General">
    <p:bg>
      <p:bgPr>
        <a:solidFill>
          <a:srgbClr val="F1F4F9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6"/>
          <p:cNvGrpSpPr/>
          <p:nvPr/>
        </p:nvGrpSpPr>
        <p:grpSpPr>
          <a:xfrm>
            <a:off x="0" y="0"/>
            <a:ext cx="9144000" cy="419109"/>
            <a:chOff x="0" y="0"/>
            <a:chExt cx="9144000" cy="419109"/>
          </a:xfrm>
        </p:grpSpPr>
        <p:sp>
          <p:nvSpPr>
            <p:cNvPr id="210" name="Google Shape;210;p26"/>
            <p:cNvSpPr/>
            <p:nvPr/>
          </p:nvSpPr>
          <p:spPr>
            <a:xfrm>
              <a:off x="0" y="0"/>
              <a:ext cx="9144000" cy="419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211" name="Google Shape;211;p26"/>
            <p:cNvGrpSpPr/>
            <p:nvPr/>
          </p:nvGrpSpPr>
          <p:grpSpPr>
            <a:xfrm>
              <a:off x="0" y="0"/>
              <a:ext cx="9144000" cy="419109"/>
              <a:chOff x="0" y="0"/>
              <a:chExt cx="9144000" cy="419109"/>
            </a:xfrm>
          </p:grpSpPr>
          <p:cxnSp>
            <p:nvCxnSpPr>
              <p:cNvPr id="212" name="Google Shape;212;p26"/>
              <p:cNvCxnSpPr/>
              <p:nvPr/>
            </p:nvCxnSpPr>
            <p:spPr>
              <a:xfrm>
                <a:off x="0" y="419109"/>
                <a:ext cx="9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0F0F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3" name="Google Shape;213;p26"/>
              <p:cNvCxnSpPr/>
              <p:nvPr/>
            </p:nvCxnSpPr>
            <p:spPr>
              <a:xfrm>
                <a:off x="8475179" y="0"/>
                <a:ext cx="0" cy="4191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9FAFD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4" name="Google Shape;214;p26"/>
              <p:cNvCxnSpPr/>
              <p:nvPr/>
            </p:nvCxnSpPr>
            <p:spPr>
              <a:xfrm>
                <a:off x="5669280" y="0"/>
                <a:ext cx="0" cy="4191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9FAFD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15" name="Google Shape;215;p26"/>
            <p:cNvGrpSpPr/>
            <p:nvPr/>
          </p:nvGrpSpPr>
          <p:grpSpPr>
            <a:xfrm>
              <a:off x="8621790" y="146143"/>
              <a:ext cx="389188" cy="175351"/>
              <a:chOff x="4917801" y="2897632"/>
              <a:chExt cx="2354433" cy="1060806"/>
            </a:xfrm>
          </p:grpSpPr>
          <p:grpSp>
            <p:nvGrpSpPr>
              <p:cNvPr id="216" name="Google Shape;216;p26"/>
              <p:cNvGrpSpPr/>
              <p:nvPr/>
            </p:nvGrpSpPr>
            <p:grpSpPr>
              <a:xfrm>
                <a:off x="6191630" y="2897632"/>
                <a:ext cx="1080604" cy="470693"/>
                <a:chOff x="6191630" y="2897632"/>
                <a:chExt cx="1080604" cy="470693"/>
              </a:xfrm>
            </p:grpSpPr>
            <p:sp>
              <p:nvSpPr>
                <p:cNvPr id="217" name="Google Shape;217;p26"/>
                <p:cNvSpPr/>
                <p:nvPr/>
              </p:nvSpPr>
              <p:spPr>
                <a:xfrm>
                  <a:off x="6191630" y="2897632"/>
                  <a:ext cx="257829" cy="470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829" h="470693" extrusionOk="0">
                      <a:moveTo>
                        <a:pt x="191457" y="418850"/>
                      </a:moveTo>
                      <a:lnTo>
                        <a:pt x="190083" y="418850"/>
                      </a:lnTo>
                      <a:cubicBezTo>
                        <a:pt x="179713" y="451633"/>
                        <a:pt x="148186" y="473004"/>
                        <a:pt x="113892" y="470494"/>
                      </a:cubicBezTo>
                      <a:cubicBezTo>
                        <a:pt x="32400" y="470494"/>
                        <a:pt x="0" y="402748"/>
                        <a:pt x="0" y="283161"/>
                      </a:cubicBezTo>
                      <a:cubicBezTo>
                        <a:pt x="0" y="128620"/>
                        <a:pt x="54393" y="104663"/>
                        <a:pt x="107412" y="104663"/>
                      </a:cubicBezTo>
                      <a:cubicBezTo>
                        <a:pt x="141492" y="103064"/>
                        <a:pt x="172912" y="123016"/>
                        <a:pt x="185959" y="154540"/>
                      </a:cubicBezTo>
                      <a:lnTo>
                        <a:pt x="187334" y="154540"/>
                      </a:lnTo>
                      <a:lnTo>
                        <a:pt x="187334" y="0"/>
                      </a:lnTo>
                      <a:lnTo>
                        <a:pt x="257829" y="0"/>
                      </a:lnTo>
                      <a:lnTo>
                        <a:pt x="257829" y="461461"/>
                      </a:lnTo>
                      <a:lnTo>
                        <a:pt x="191457" y="461461"/>
                      </a:lnTo>
                      <a:close/>
                      <a:moveTo>
                        <a:pt x="128031" y="160235"/>
                      </a:moveTo>
                      <a:cubicBezTo>
                        <a:pt x="88758" y="160235"/>
                        <a:pt x="73834" y="192636"/>
                        <a:pt x="73834" y="286302"/>
                      </a:cubicBezTo>
                      <a:cubicBezTo>
                        <a:pt x="73834" y="364849"/>
                        <a:pt x="84045" y="414923"/>
                        <a:pt x="132744" y="414923"/>
                      </a:cubicBezTo>
                      <a:cubicBezTo>
                        <a:pt x="181443" y="414923"/>
                        <a:pt x="191654" y="365831"/>
                        <a:pt x="191654" y="291604"/>
                      </a:cubicBezTo>
                      <a:cubicBezTo>
                        <a:pt x="191654" y="208149"/>
                        <a:pt x="181835" y="160235"/>
                        <a:pt x="128227" y="160235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Source Sans Pro"/>
                    <a:buNone/>
                  </a:pPr>
                  <a:endParaRPr sz="1350" b="0" i="0" u="none" strike="noStrike" cap="none">
                    <a:solidFill>
                      <a:srgbClr val="000000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  <p:sp>
              <p:nvSpPr>
                <p:cNvPr id="218" name="Google Shape;218;p26"/>
                <p:cNvSpPr/>
                <p:nvPr/>
              </p:nvSpPr>
              <p:spPr>
                <a:xfrm>
                  <a:off x="6508762" y="3001706"/>
                  <a:ext cx="271771" cy="3665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771" h="366569" extrusionOk="0">
                      <a:moveTo>
                        <a:pt x="241924" y="285124"/>
                      </a:moveTo>
                      <a:cubicBezTo>
                        <a:pt x="241924" y="297888"/>
                        <a:pt x="249778" y="309670"/>
                        <a:pt x="259989" y="309670"/>
                      </a:cubicBezTo>
                      <a:cubicBezTo>
                        <a:pt x="264003" y="309743"/>
                        <a:pt x="267997" y="309077"/>
                        <a:pt x="271771" y="307706"/>
                      </a:cubicBezTo>
                      <a:lnTo>
                        <a:pt x="271771" y="352871"/>
                      </a:lnTo>
                      <a:cubicBezTo>
                        <a:pt x="261054" y="358116"/>
                        <a:pt x="249334" y="360994"/>
                        <a:pt x="237407" y="361314"/>
                      </a:cubicBezTo>
                      <a:cubicBezTo>
                        <a:pt x="206381" y="361314"/>
                        <a:pt x="180657" y="348943"/>
                        <a:pt x="178497" y="315365"/>
                      </a:cubicBezTo>
                      <a:lnTo>
                        <a:pt x="177123" y="315365"/>
                      </a:lnTo>
                      <a:cubicBezTo>
                        <a:pt x="161268" y="348358"/>
                        <a:pt x="127069" y="368519"/>
                        <a:pt x="90525" y="366420"/>
                      </a:cubicBezTo>
                      <a:cubicBezTo>
                        <a:pt x="34953" y="366420"/>
                        <a:pt x="0" y="335394"/>
                        <a:pt x="0" y="268237"/>
                      </a:cubicBezTo>
                      <a:cubicBezTo>
                        <a:pt x="0" y="190672"/>
                        <a:pt x="33579" y="174570"/>
                        <a:pt x="80903" y="159057"/>
                      </a:cubicBezTo>
                      <a:lnTo>
                        <a:pt x="135100" y="144133"/>
                      </a:lnTo>
                      <a:cubicBezTo>
                        <a:pt x="160235" y="137064"/>
                        <a:pt x="175748" y="129995"/>
                        <a:pt x="175748" y="99558"/>
                      </a:cubicBezTo>
                      <a:cubicBezTo>
                        <a:pt x="175748" y="69121"/>
                        <a:pt x="164948" y="47913"/>
                        <a:pt x="128031" y="47913"/>
                      </a:cubicBezTo>
                      <a:cubicBezTo>
                        <a:pt x="81492" y="47913"/>
                        <a:pt x="75012" y="80903"/>
                        <a:pt x="75012" y="114482"/>
                      </a:cubicBezTo>
                      <a:lnTo>
                        <a:pt x="9229" y="114482"/>
                      </a:lnTo>
                      <a:cubicBezTo>
                        <a:pt x="9229" y="40844"/>
                        <a:pt x="39666" y="0"/>
                        <a:pt x="131369" y="0"/>
                      </a:cubicBezTo>
                      <a:cubicBezTo>
                        <a:pt x="192832" y="0"/>
                        <a:pt x="241924" y="23957"/>
                        <a:pt x="241924" y="85419"/>
                      </a:cubicBezTo>
                      <a:close/>
                      <a:moveTo>
                        <a:pt x="176337" y="173784"/>
                      </a:moveTo>
                      <a:cubicBezTo>
                        <a:pt x="158272" y="188119"/>
                        <a:pt x="119587" y="196563"/>
                        <a:pt x="97791" y="206185"/>
                      </a:cubicBezTo>
                      <a:cubicBezTo>
                        <a:pt x="77948" y="217533"/>
                        <a:pt x="66814" y="239648"/>
                        <a:pt x="69514" y="262346"/>
                      </a:cubicBezTo>
                      <a:cubicBezTo>
                        <a:pt x="69514" y="291408"/>
                        <a:pt x="83652" y="314776"/>
                        <a:pt x="112714" y="314776"/>
                      </a:cubicBezTo>
                      <a:cubicBezTo>
                        <a:pt x="154737" y="314776"/>
                        <a:pt x="175355" y="283161"/>
                        <a:pt x="175355" y="23210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Source Sans Pro"/>
                    <a:buNone/>
                  </a:pPr>
                  <a:endParaRPr sz="1350" b="0" i="0" u="none" strike="noStrike" cap="none">
                    <a:solidFill>
                      <a:srgbClr val="000000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  <p:sp>
              <p:nvSpPr>
                <p:cNvPr id="219" name="Google Shape;219;p26"/>
                <p:cNvSpPr/>
                <p:nvPr/>
              </p:nvSpPr>
              <p:spPr>
                <a:xfrm>
                  <a:off x="6797224" y="2913145"/>
                  <a:ext cx="174569" cy="4499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69" h="449919" extrusionOk="0">
                      <a:moveTo>
                        <a:pt x="0" y="98183"/>
                      </a:moveTo>
                      <a:lnTo>
                        <a:pt x="47913" y="98183"/>
                      </a:lnTo>
                      <a:lnTo>
                        <a:pt x="47913" y="0"/>
                      </a:lnTo>
                      <a:lnTo>
                        <a:pt x="117623" y="0"/>
                      </a:lnTo>
                      <a:lnTo>
                        <a:pt x="117623" y="98183"/>
                      </a:lnTo>
                      <a:lnTo>
                        <a:pt x="174570" y="98183"/>
                      </a:lnTo>
                      <a:lnTo>
                        <a:pt x="174570" y="150024"/>
                      </a:lnTo>
                      <a:lnTo>
                        <a:pt x="117623" y="150024"/>
                      </a:lnTo>
                      <a:lnTo>
                        <a:pt x="117623" y="357387"/>
                      </a:lnTo>
                      <a:cubicBezTo>
                        <a:pt x="117623" y="384486"/>
                        <a:pt x="125282" y="394304"/>
                        <a:pt x="149239" y="394304"/>
                      </a:cubicBezTo>
                      <a:cubicBezTo>
                        <a:pt x="157722" y="394496"/>
                        <a:pt x="166205" y="393839"/>
                        <a:pt x="174570" y="392340"/>
                      </a:cubicBezTo>
                      <a:lnTo>
                        <a:pt x="174570" y="443985"/>
                      </a:lnTo>
                      <a:cubicBezTo>
                        <a:pt x="156092" y="448266"/>
                        <a:pt x="137162" y="450245"/>
                        <a:pt x="118213" y="449876"/>
                      </a:cubicBezTo>
                      <a:cubicBezTo>
                        <a:pt x="71085" y="449876"/>
                        <a:pt x="47913" y="436916"/>
                        <a:pt x="47913" y="365831"/>
                      </a:cubicBezTo>
                      <a:lnTo>
                        <a:pt x="47913" y="149828"/>
                      </a:lnTo>
                      <a:lnTo>
                        <a:pt x="0" y="14982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Source Sans Pro"/>
                    <a:buNone/>
                  </a:pPr>
                  <a:endParaRPr sz="1350" b="0" i="0" u="none" strike="noStrike" cap="none">
                    <a:solidFill>
                      <a:srgbClr val="000000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  <p:sp>
              <p:nvSpPr>
                <p:cNvPr id="220" name="Google Shape;220;p26"/>
                <p:cNvSpPr/>
                <p:nvPr/>
              </p:nvSpPr>
              <p:spPr>
                <a:xfrm>
                  <a:off x="7000856" y="3001706"/>
                  <a:ext cx="271378" cy="366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378" h="366576" extrusionOk="0">
                      <a:moveTo>
                        <a:pt x="241727" y="285124"/>
                      </a:moveTo>
                      <a:cubicBezTo>
                        <a:pt x="241727" y="297888"/>
                        <a:pt x="249385" y="309670"/>
                        <a:pt x="259793" y="309670"/>
                      </a:cubicBezTo>
                      <a:cubicBezTo>
                        <a:pt x="263740" y="309764"/>
                        <a:pt x="267687" y="309099"/>
                        <a:pt x="271379" y="307706"/>
                      </a:cubicBezTo>
                      <a:lnTo>
                        <a:pt x="271379" y="352871"/>
                      </a:lnTo>
                      <a:cubicBezTo>
                        <a:pt x="260735" y="358118"/>
                        <a:pt x="249071" y="360996"/>
                        <a:pt x="237211" y="361314"/>
                      </a:cubicBezTo>
                      <a:cubicBezTo>
                        <a:pt x="206185" y="361314"/>
                        <a:pt x="180264" y="348943"/>
                        <a:pt x="178301" y="315365"/>
                      </a:cubicBezTo>
                      <a:lnTo>
                        <a:pt x="176926" y="315365"/>
                      </a:lnTo>
                      <a:cubicBezTo>
                        <a:pt x="161119" y="348395"/>
                        <a:pt x="126892" y="368574"/>
                        <a:pt x="90329" y="366420"/>
                      </a:cubicBezTo>
                      <a:cubicBezTo>
                        <a:pt x="34757" y="366420"/>
                        <a:pt x="0" y="335394"/>
                        <a:pt x="0" y="268237"/>
                      </a:cubicBezTo>
                      <a:cubicBezTo>
                        <a:pt x="0" y="190672"/>
                        <a:pt x="33579" y="174570"/>
                        <a:pt x="80707" y="159057"/>
                      </a:cubicBezTo>
                      <a:lnTo>
                        <a:pt x="135100" y="144133"/>
                      </a:lnTo>
                      <a:cubicBezTo>
                        <a:pt x="160235" y="137064"/>
                        <a:pt x="175748" y="129995"/>
                        <a:pt x="175748" y="99558"/>
                      </a:cubicBezTo>
                      <a:cubicBezTo>
                        <a:pt x="175748" y="69121"/>
                        <a:pt x="164751" y="47913"/>
                        <a:pt x="127834" y="47913"/>
                      </a:cubicBezTo>
                      <a:cubicBezTo>
                        <a:pt x="81296" y="47913"/>
                        <a:pt x="74816" y="80903"/>
                        <a:pt x="74816" y="114482"/>
                      </a:cubicBezTo>
                      <a:lnTo>
                        <a:pt x="9033" y="114482"/>
                      </a:lnTo>
                      <a:cubicBezTo>
                        <a:pt x="9033" y="40844"/>
                        <a:pt x="39273" y="0"/>
                        <a:pt x="131173" y="0"/>
                      </a:cubicBezTo>
                      <a:cubicBezTo>
                        <a:pt x="192439" y="0"/>
                        <a:pt x="241727" y="23957"/>
                        <a:pt x="241727" y="85419"/>
                      </a:cubicBezTo>
                      <a:close/>
                      <a:moveTo>
                        <a:pt x="175159" y="173784"/>
                      </a:moveTo>
                      <a:cubicBezTo>
                        <a:pt x="157093" y="188119"/>
                        <a:pt x="118213" y="196563"/>
                        <a:pt x="96612" y="206185"/>
                      </a:cubicBezTo>
                      <a:cubicBezTo>
                        <a:pt x="76740" y="217515"/>
                        <a:pt x="65527" y="239612"/>
                        <a:pt x="68139" y="262346"/>
                      </a:cubicBezTo>
                      <a:cubicBezTo>
                        <a:pt x="68139" y="291408"/>
                        <a:pt x="82474" y="314776"/>
                        <a:pt x="111536" y="314776"/>
                      </a:cubicBezTo>
                      <a:cubicBezTo>
                        <a:pt x="153559" y="314776"/>
                        <a:pt x="174177" y="283161"/>
                        <a:pt x="174177" y="23210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Source Sans Pro"/>
                    <a:buNone/>
                  </a:pPr>
                  <a:endParaRPr sz="1350" b="0" i="0" u="none" strike="noStrike" cap="none">
                    <a:solidFill>
                      <a:srgbClr val="000000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</p:grpSp>
          <p:grpSp>
            <p:nvGrpSpPr>
              <p:cNvPr id="221" name="Google Shape;221;p26"/>
              <p:cNvGrpSpPr/>
              <p:nvPr/>
            </p:nvGrpSpPr>
            <p:grpSpPr>
              <a:xfrm>
                <a:off x="6208518" y="3482608"/>
                <a:ext cx="695922" cy="475830"/>
                <a:chOff x="6208518" y="3482608"/>
                <a:chExt cx="695922" cy="475830"/>
              </a:xfrm>
            </p:grpSpPr>
            <p:sp>
              <p:nvSpPr>
                <p:cNvPr id="222" name="Google Shape;222;p26"/>
                <p:cNvSpPr/>
                <p:nvPr/>
              </p:nvSpPr>
              <p:spPr>
                <a:xfrm>
                  <a:off x="6208518" y="3482608"/>
                  <a:ext cx="69710" cy="466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10" h="466763" extrusionOk="0">
                      <a:moveTo>
                        <a:pt x="0" y="0"/>
                      </a:moveTo>
                      <a:lnTo>
                        <a:pt x="69710" y="0"/>
                      </a:lnTo>
                      <a:lnTo>
                        <a:pt x="69710" y="69907"/>
                      </a:lnTo>
                      <a:lnTo>
                        <a:pt x="0" y="69907"/>
                      </a:lnTo>
                      <a:close/>
                      <a:moveTo>
                        <a:pt x="0" y="118998"/>
                      </a:moveTo>
                      <a:lnTo>
                        <a:pt x="69710" y="118998"/>
                      </a:lnTo>
                      <a:lnTo>
                        <a:pt x="69710" y="466763"/>
                      </a:lnTo>
                      <a:lnTo>
                        <a:pt x="0" y="466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Source Sans Pro"/>
                    <a:buNone/>
                  </a:pPr>
                  <a:endParaRPr sz="1350" b="0" i="0" u="none" strike="noStrike" cap="none">
                    <a:solidFill>
                      <a:srgbClr val="000000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  <p:sp>
              <p:nvSpPr>
                <p:cNvPr id="223" name="Google Shape;223;p26"/>
                <p:cNvSpPr/>
                <p:nvPr/>
              </p:nvSpPr>
              <p:spPr>
                <a:xfrm>
                  <a:off x="6355203" y="3487909"/>
                  <a:ext cx="270789" cy="461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789" h="461461" extrusionOk="0">
                      <a:moveTo>
                        <a:pt x="0" y="0"/>
                      </a:moveTo>
                      <a:lnTo>
                        <a:pt x="69710" y="0"/>
                      </a:lnTo>
                      <a:lnTo>
                        <a:pt x="69710" y="259204"/>
                      </a:lnTo>
                      <a:lnTo>
                        <a:pt x="71085" y="259204"/>
                      </a:lnTo>
                      <a:lnTo>
                        <a:pt x="176534" y="113696"/>
                      </a:lnTo>
                      <a:lnTo>
                        <a:pt x="257240" y="113107"/>
                      </a:lnTo>
                      <a:lnTo>
                        <a:pt x="152577" y="247422"/>
                      </a:lnTo>
                      <a:lnTo>
                        <a:pt x="270789" y="461461"/>
                      </a:lnTo>
                      <a:lnTo>
                        <a:pt x="194599" y="461461"/>
                      </a:lnTo>
                      <a:lnTo>
                        <a:pt x="109180" y="302994"/>
                      </a:lnTo>
                      <a:lnTo>
                        <a:pt x="69710" y="350907"/>
                      </a:lnTo>
                      <a:lnTo>
                        <a:pt x="69710" y="461461"/>
                      </a:lnTo>
                      <a:lnTo>
                        <a:pt x="0" y="46146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Source Sans Pro"/>
                    <a:buNone/>
                  </a:pPr>
                  <a:endParaRPr sz="1350" b="0" i="0" u="none" strike="noStrike" cap="none">
                    <a:solidFill>
                      <a:srgbClr val="000000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  <p:sp>
              <p:nvSpPr>
                <p:cNvPr id="224" name="Google Shape;224;p26"/>
                <p:cNvSpPr/>
                <p:nvPr/>
              </p:nvSpPr>
              <p:spPr>
                <a:xfrm>
                  <a:off x="6660946" y="3601606"/>
                  <a:ext cx="243494" cy="356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494" h="356832" extrusionOk="0">
                      <a:moveTo>
                        <a:pt x="177712" y="306921"/>
                      </a:moveTo>
                      <a:lnTo>
                        <a:pt x="175748" y="306921"/>
                      </a:lnTo>
                      <a:cubicBezTo>
                        <a:pt x="157413" y="338624"/>
                        <a:pt x="123208" y="357760"/>
                        <a:pt x="86598" y="356798"/>
                      </a:cubicBezTo>
                      <a:cubicBezTo>
                        <a:pt x="34757" y="356798"/>
                        <a:pt x="0" y="332841"/>
                        <a:pt x="0" y="242905"/>
                      </a:cubicBezTo>
                      <a:lnTo>
                        <a:pt x="0" y="0"/>
                      </a:lnTo>
                      <a:lnTo>
                        <a:pt x="69710" y="0"/>
                      </a:lnTo>
                      <a:lnTo>
                        <a:pt x="69710" y="249582"/>
                      </a:lnTo>
                      <a:cubicBezTo>
                        <a:pt x="69710" y="288855"/>
                        <a:pt x="87187" y="301423"/>
                        <a:pt x="116838" y="301423"/>
                      </a:cubicBezTo>
                      <a:cubicBezTo>
                        <a:pt x="146955" y="302821"/>
                        <a:pt x="172502" y="279542"/>
                        <a:pt x="173902" y="249425"/>
                      </a:cubicBezTo>
                      <a:cubicBezTo>
                        <a:pt x="174008" y="247119"/>
                        <a:pt x="173969" y="244812"/>
                        <a:pt x="173784" y="242513"/>
                      </a:cubicBezTo>
                      <a:lnTo>
                        <a:pt x="173784" y="0"/>
                      </a:lnTo>
                      <a:lnTo>
                        <a:pt x="243494" y="0"/>
                      </a:lnTo>
                      <a:lnTo>
                        <a:pt x="243494" y="347765"/>
                      </a:lnTo>
                      <a:lnTo>
                        <a:pt x="177712" y="34776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Source Sans Pro"/>
                    <a:buNone/>
                  </a:pPr>
                  <a:endParaRPr sz="1350" b="0" i="0" u="none" strike="noStrike" cap="none">
                    <a:solidFill>
                      <a:srgbClr val="000000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</p:grpSp>
          <p:grpSp>
            <p:nvGrpSpPr>
              <p:cNvPr id="225" name="Google Shape;225;p26"/>
              <p:cNvGrpSpPr/>
              <p:nvPr/>
            </p:nvGrpSpPr>
            <p:grpSpPr>
              <a:xfrm>
                <a:off x="4917801" y="2897632"/>
                <a:ext cx="1060379" cy="1060379"/>
                <a:chOff x="4917801" y="2897632"/>
                <a:chExt cx="1060379" cy="1060379"/>
              </a:xfrm>
            </p:grpSpPr>
            <p:sp>
              <p:nvSpPr>
                <p:cNvPr id="226" name="Google Shape;226;p26"/>
                <p:cNvSpPr/>
                <p:nvPr/>
              </p:nvSpPr>
              <p:spPr>
                <a:xfrm>
                  <a:off x="4917801" y="2897632"/>
                  <a:ext cx="1060379" cy="1060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379" h="1060379" extrusionOk="0">
                      <a:moveTo>
                        <a:pt x="530190" y="0"/>
                      </a:moveTo>
                      <a:cubicBezTo>
                        <a:pt x="237374" y="0"/>
                        <a:pt x="0" y="237374"/>
                        <a:pt x="0" y="530190"/>
                      </a:cubicBezTo>
                      <a:cubicBezTo>
                        <a:pt x="0" y="823006"/>
                        <a:pt x="237374" y="1060379"/>
                        <a:pt x="530190" y="1060379"/>
                      </a:cubicBezTo>
                      <a:cubicBezTo>
                        <a:pt x="823005" y="1060379"/>
                        <a:pt x="1060379" y="823006"/>
                        <a:pt x="1060379" y="530190"/>
                      </a:cubicBezTo>
                      <a:cubicBezTo>
                        <a:pt x="1060379" y="237374"/>
                        <a:pt x="823005" y="0"/>
                        <a:pt x="530190" y="0"/>
                      </a:cubicBezTo>
                      <a:moveTo>
                        <a:pt x="818848" y="678643"/>
                      </a:moveTo>
                      <a:lnTo>
                        <a:pt x="552575" y="678643"/>
                      </a:lnTo>
                      <a:lnTo>
                        <a:pt x="552575" y="637406"/>
                      </a:lnTo>
                      <a:lnTo>
                        <a:pt x="818848" y="637406"/>
                      </a:lnTo>
                      <a:close/>
                      <a:moveTo>
                        <a:pt x="785466" y="292193"/>
                      </a:moveTo>
                      <a:cubicBezTo>
                        <a:pt x="785466" y="292193"/>
                        <a:pt x="767400" y="316150"/>
                        <a:pt x="777022" y="380362"/>
                      </a:cubicBezTo>
                      <a:cubicBezTo>
                        <a:pt x="795088" y="500735"/>
                        <a:pt x="731858" y="607951"/>
                        <a:pt x="619929" y="607951"/>
                      </a:cubicBezTo>
                      <a:lnTo>
                        <a:pt x="537651" y="607951"/>
                      </a:lnTo>
                      <a:cubicBezTo>
                        <a:pt x="537651" y="607951"/>
                        <a:pt x="456748" y="603827"/>
                        <a:pt x="408050" y="652526"/>
                      </a:cubicBezTo>
                      <a:cubicBezTo>
                        <a:pt x="263917" y="796855"/>
                        <a:pt x="229356" y="834165"/>
                        <a:pt x="219145" y="839663"/>
                      </a:cubicBezTo>
                      <a:cubicBezTo>
                        <a:pt x="212469" y="843198"/>
                        <a:pt x="210898" y="835540"/>
                        <a:pt x="210898" y="835540"/>
                      </a:cubicBezTo>
                      <a:lnTo>
                        <a:pt x="637013" y="310063"/>
                      </a:lnTo>
                      <a:cubicBezTo>
                        <a:pt x="632375" y="266931"/>
                        <a:pt x="663581" y="228207"/>
                        <a:pt x="706713" y="223569"/>
                      </a:cubicBezTo>
                      <a:cubicBezTo>
                        <a:pt x="736781" y="220337"/>
                        <a:pt x="766036" y="234654"/>
                        <a:pt x="781931" y="260382"/>
                      </a:cubicBezTo>
                      <a:lnTo>
                        <a:pt x="821205" y="24938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Source Sans Pro"/>
                    <a:buNone/>
                  </a:pPr>
                  <a:endParaRPr sz="1350" b="0" i="0" u="none" strike="noStrike" cap="none">
                    <a:solidFill>
                      <a:srgbClr val="000000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  <p:sp>
              <p:nvSpPr>
                <p:cNvPr id="227" name="Google Shape;227;p26"/>
                <p:cNvSpPr/>
                <p:nvPr/>
              </p:nvSpPr>
              <p:spPr>
                <a:xfrm>
                  <a:off x="5610319" y="3162627"/>
                  <a:ext cx="42025" cy="42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25" h="42024" extrusionOk="0">
                      <a:moveTo>
                        <a:pt x="23041" y="100"/>
                      </a:moveTo>
                      <a:cubicBezTo>
                        <a:pt x="11491" y="-1021"/>
                        <a:pt x="1219" y="7434"/>
                        <a:pt x="100" y="18984"/>
                      </a:cubicBezTo>
                      <a:cubicBezTo>
                        <a:pt x="-1021" y="30535"/>
                        <a:pt x="7434" y="40805"/>
                        <a:pt x="18984" y="41926"/>
                      </a:cubicBezTo>
                      <a:cubicBezTo>
                        <a:pt x="20333" y="42057"/>
                        <a:pt x="21692" y="42057"/>
                        <a:pt x="23041" y="41926"/>
                      </a:cubicBezTo>
                      <a:cubicBezTo>
                        <a:pt x="34592" y="40805"/>
                        <a:pt x="43045" y="30535"/>
                        <a:pt x="41926" y="18984"/>
                      </a:cubicBezTo>
                      <a:cubicBezTo>
                        <a:pt x="40956" y="8983"/>
                        <a:pt x="33042" y="1070"/>
                        <a:pt x="23041" y="100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Source Sans Pro"/>
                    <a:buNone/>
                  </a:pPr>
                  <a:endParaRPr sz="1350" b="0" i="0" u="none" strike="noStrike" cap="none">
                    <a:solidFill>
                      <a:srgbClr val="000000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</p:grpSp>
        </p:grpSp>
      </p:grpSp>
      <p:sp>
        <p:nvSpPr>
          <p:cNvPr id="228" name="Google Shape;228;p26"/>
          <p:cNvSpPr txBox="1">
            <a:spLocks noGrp="1"/>
          </p:cNvSpPr>
          <p:nvPr>
            <p:ph type="title"/>
          </p:nvPr>
        </p:nvSpPr>
        <p:spPr>
          <a:xfrm>
            <a:off x="455523" y="153358"/>
            <a:ext cx="50196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 Condensed"/>
              <a:buNone/>
              <a:defRPr sz="13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6"/>
          <p:cNvSpPr txBox="1">
            <a:spLocks noGrp="1"/>
          </p:cNvSpPr>
          <p:nvPr>
            <p:ph type="subTitle" idx="1"/>
          </p:nvPr>
        </p:nvSpPr>
        <p:spPr>
          <a:xfrm>
            <a:off x="5666400" y="184088"/>
            <a:ext cx="2800500" cy="13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-57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None/>
              <a:defRPr sz="9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0"/>
              <a:buFont typeface="Roboto Mono Medium"/>
              <a:buNone/>
              <a:defRPr sz="13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Mono Medium"/>
              <a:buNone/>
              <a:defRPr sz="13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Mono Medium"/>
              <a:buNone/>
              <a:defRPr sz="13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Mono Medium"/>
              <a:buNone/>
              <a:defRPr sz="13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Mono Medium"/>
              <a:buNone/>
              <a:defRPr sz="13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Mono Medium"/>
              <a:buNone/>
              <a:defRPr sz="13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Mono Medium"/>
              <a:buNone/>
              <a:defRPr sz="13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Mono Medium"/>
              <a:buNone/>
              <a:defRPr sz="13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ntent-Teal">
  <p:cSld name="CUSTOM_7_1_2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>
            <a:spLocks noGrp="1"/>
          </p:cNvSpPr>
          <p:nvPr>
            <p:ph type="subTitle" idx="1"/>
          </p:nvPr>
        </p:nvSpPr>
        <p:spPr>
          <a:xfrm>
            <a:off x="171975" y="997400"/>
            <a:ext cx="8795700" cy="395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2" name="Google Shape;232;p27"/>
          <p:cNvSpPr txBox="1">
            <a:spLocks noGrp="1"/>
          </p:cNvSpPr>
          <p:nvPr>
            <p:ph type="title"/>
          </p:nvPr>
        </p:nvSpPr>
        <p:spPr>
          <a:xfrm>
            <a:off x="171975" y="225522"/>
            <a:ext cx="8009700" cy="3126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33" name="Google Shape;233;p27"/>
          <p:cNvSpPr txBox="1">
            <a:spLocks noGrp="1"/>
          </p:cNvSpPr>
          <p:nvPr>
            <p:ph type="subTitle" idx="2"/>
          </p:nvPr>
        </p:nvSpPr>
        <p:spPr>
          <a:xfrm>
            <a:off x="171975" y="470564"/>
            <a:ext cx="8009700" cy="281400"/>
          </a:xfrm>
          <a:prstGeom prst="rect">
            <a:avLst/>
          </a:prstGeom>
          <a:noFill/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000"/>
              <a:buNone/>
              <a:defRPr b="1"/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None/>
              <a:defRPr b="1"/>
            </a:lvl3pPr>
            <a:lvl4pPr lvl="3" rtl="0">
              <a:spcBef>
                <a:spcPts val="600"/>
              </a:spcBef>
              <a:spcAft>
                <a:spcPts val="0"/>
              </a:spcAft>
              <a:buSzPts val="800"/>
              <a:buNone/>
              <a:defRPr b="1"/>
            </a:lvl4pPr>
            <a:lvl5pPr lvl="4" rtl="0">
              <a:spcBef>
                <a:spcPts val="600"/>
              </a:spcBef>
              <a:spcAft>
                <a:spcPts val="0"/>
              </a:spcAft>
              <a:buSzPts val="700"/>
              <a:buNone/>
              <a:defRPr b="1"/>
            </a:lvl5pPr>
            <a:lvl6pPr lvl="5" rtl="0">
              <a:spcBef>
                <a:spcPts val="600"/>
              </a:spcBef>
              <a:spcAft>
                <a:spcPts val="0"/>
              </a:spcAft>
              <a:buSzPts val="600"/>
              <a:buNone/>
              <a:defRPr b="1"/>
            </a:lvl6pPr>
            <a:lvl7pPr lvl="6" rtl="0">
              <a:spcBef>
                <a:spcPts val="600"/>
              </a:spcBef>
              <a:spcAft>
                <a:spcPts val="0"/>
              </a:spcAft>
              <a:buSzPts val="500"/>
              <a:buNone/>
              <a:defRPr b="1"/>
            </a:lvl7pPr>
            <a:lvl8pPr lvl="7" rtl="0">
              <a:spcBef>
                <a:spcPts val="600"/>
              </a:spcBef>
              <a:spcAft>
                <a:spcPts val="0"/>
              </a:spcAft>
              <a:buSzPts val="500"/>
              <a:buNone/>
              <a:defRPr b="1"/>
            </a:lvl8pPr>
            <a:lvl9pPr lvl="8" rtl="0">
              <a:spcBef>
                <a:spcPts val="600"/>
              </a:spcBef>
              <a:spcAft>
                <a:spcPts val="600"/>
              </a:spcAft>
              <a:buSzPts val="500"/>
              <a:buNone/>
              <a:defRPr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1" name="Google Shape;711;p1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12" name="Google Shape;712;p1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13" name="Google Shape;713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114"/>
          <p:cNvPicPr preferRelativeResize="0"/>
          <p:nvPr/>
        </p:nvPicPr>
        <p:blipFill rotWithShape="1">
          <a:blip r:embed="rId3">
            <a:alphaModFix/>
          </a:blip>
          <a:srcRect l="-3740" t="11287" r="-3740" b="11295"/>
          <a:stretch/>
        </p:blipFill>
        <p:spPr>
          <a:xfrm>
            <a:off x="972356" y="-21018"/>
            <a:ext cx="7199212" cy="5185536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114"/>
          <p:cNvSpPr/>
          <p:nvPr/>
        </p:nvSpPr>
        <p:spPr>
          <a:xfrm>
            <a:off x="38" y="5056744"/>
            <a:ext cx="9144000" cy="91500"/>
          </a:xfrm>
          <a:prstGeom prst="rect">
            <a:avLst/>
          </a:prstGeom>
          <a:gradFill>
            <a:gsLst>
              <a:gs pos="0">
                <a:srgbClr val="008EE8"/>
              </a:gs>
              <a:gs pos="100000">
                <a:srgbClr val="E87EFA"/>
              </a:gs>
            </a:gsLst>
            <a:lin ang="13500032" scaled="0"/>
          </a:gra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2">
  <p:cSld name="TITLE_1_2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8" name="Google Shape;718;p1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19" name="Google Shape;719;p1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20" name="Google Shape;720;p1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115"/>
          <p:cNvPicPr preferRelativeResize="0"/>
          <p:nvPr/>
        </p:nvPicPr>
        <p:blipFill rotWithShape="1">
          <a:blip r:embed="rId3">
            <a:alphaModFix/>
          </a:blip>
          <a:srcRect l="-3740" t="11287" r="-3740" b="11295"/>
          <a:stretch/>
        </p:blipFill>
        <p:spPr>
          <a:xfrm>
            <a:off x="972356" y="-21018"/>
            <a:ext cx="7199212" cy="5185536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115"/>
          <p:cNvSpPr/>
          <p:nvPr/>
        </p:nvSpPr>
        <p:spPr>
          <a:xfrm>
            <a:off x="38" y="5056744"/>
            <a:ext cx="9144000" cy="91500"/>
          </a:xfrm>
          <a:prstGeom prst="rect">
            <a:avLst/>
          </a:prstGeom>
          <a:gradFill>
            <a:gsLst>
              <a:gs pos="0">
                <a:srgbClr val="008EE8"/>
              </a:gs>
              <a:gs pos="100000">
                <a:srgbClr val="E87EFA"/>
              </a:gs>
            </a:gsLst>
            <a:lin ang="13500032" scaled="0"/>
          </a:gra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3" name="Google Shape;723;p115"/>
          <p:cNvPicPr preferRelativeResize="0"/>
          <p:nvPr/>
        </p:nvPicPr>
        <p:blipFill rotWithShape="1">
          <a:blip r:embed="rId4">
            <a:alphaModFix amt="68000"/>
          </a:blip>
          <a:srcRect t="32441" b="1448"/>
          <a:stretch/>
        </p:blipFill>
        <p:spPr>
          <a:xfrm>
            <a:off x="0" y="1135444"/>
            <a:ext cx="9144000" cy="4029076"/>
          </a:xfrm>
          <a:prstGeom prst="rect">
            <a:avLst/>
          </a:prstGeom>
          <a:noFill/>
          <a:ln>
            <a:noFill/>
          </a:ln>
          <a:effectLst>
            <a:outerShdw blurRad="214313" dist="19050" dir="5400000" algn="bl" rotWithShape="0">
              <a:srgbClr val="000000">
                <a:alpha val="46000"/>
              </a:srgbClr>
            </a:outerShdw>
          </a:effectLst>
        </p:spPr>
      </p:pic>
      <p:sp>
        <p:nvSpPr>
          <p:cNvPr id="724" name="Google Shape;724;p115"/>
          <p:cNvSpPr/>
          <p:nvPr/>
        </p:nvSpPr>
        <p:spPr>
          <a:xfrm>
            <a:off x="0" y="2398125"/>
            <a:ext cx="9144000" cy="2657700"/>
          </a:xfrm>
          <a:prstGeom prst="rect">
            <a:avLst/>
          </a:prstGeom>
          <a:gradFill>
            <a:gsLst>
              <a:gs pos="0">
                <a:srgbClr val="083C92">
                  <a:alpha val="0"/>
                </a:srgbClr>
              </a:gs>
              <a:gs pos="62000">
                <a:srgbClr val="002060">
                  <a:alpha val="79216"/>
                </a:srgbClr>
              </a:gs>
              <a:gs pos="100000">
                <a:srgbClr val="002060"/>
              </a:gs>
            </a:gsLst>
            <a:lin ang="5400012" scaled="0"/>
          </a:gra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2"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Google Shape;732;p1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" y="0"/>
            <a:ext cx="91439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1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34" name="Google Shape;734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1269" y="343437"/>
            <a:ext cx="685804" cy="253638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117"/>
          <p:cNvSpPr/>
          <p:nvPr/>
        </p:nvSpPr>
        <p:spPr>
          <a:xfrm>
            <a:off x="38" y="5056744"/>
            <a:ext cx="9144000" cy="91500"/>
          </a:xfrm>
          <a:prstGeom prst="rect">
            <a:avLst/>
          </a:prstGeom>
          <a:gradFill>
            <a:gsLst>
              <a:gs pos="0">
                <a:srgbClr val="008EE8"/>
              </a:gs>
              <a:gs pos="100000">
                <a:srgbClr val="E87EFA"/>
              </a:gs>
            </a:gsLst>
            <a:lin ang="13500032" scaled="0"/>
          </a:gra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17"/>
          <p:cNvSpPr/>
          <p:nvPr/>
        </p:nvSpPr>
        <p:spPr>
          <a:xfrm>
            <a:off x="476229" y="-3445"/>
            <a:ext cx="342900" cy="91500"/>
          </a:xfrm>
          <a:prstGeom prst="rect">
            <a:avLst/>
          </a:prstGeom>
          <a:gradFill>
            <a:gsLst>
              <a:gs pos="0">
                <a:srgbClr val="008EE8"/>
              </a:gs>
              <a:gs pos="100000">
                <a:srgbClr val="E87EFA"/>
              </a:gs>
            </a:gsLst>
            <a:lin ang="13500032" scaled="0"/>
          </a:gra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 1">
  <p:cSld name="TITLE_2_1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1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" y="0"/>
            <a:ext cx="91439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1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46" name="Google Shape;746;p1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1269" y="343437"/>
            <a:ext cx="685804" cy="253638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119"/>
          <p:cNvSpPr/>
          <p:nvPr/>
        </p:nvSpPr>
        <p:spPr>
          <a:xfrm>
            <a:off x="38" y="5056744"/>
            <a:ext cx="9144000" cy="91500"/>
          </a:xfrm>
          <a:prstGeom prst="rect">
            <a:avLst/>
          </a:prstGeom>
          <a:gradFill>
            <a:gsLst>
              <a:gs pos="0">
                <a:srgbClr val="008EE8"/>
              </a:gs>
              <a:gs pos="100000">
                <a:srgbClr val="E87EFA"/>
              </a:gs>
            </a:gsLst>
            <a:lin ang="13500032" scaled="0"/>
          </a:gra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8" name="Google Shape;748;p119"/>
          <p:cNvPicPr preferRelativeResize="0"/>
          <p:nvPr/>
        </p:nvPicPr>
        <p:blipFill rotWithShape="1">
          <a:blip r:embed="rId4">
            <a:alphaModFix/>
          </a:blip>
          <a:srcRect l="-3740" t="11287" r="-3740" b="11295"/>
          <a:stretch/>
        </p:blipFill>
        <p:spPr>
          <a:xfrm>
            <a:off x="972356" y="-21018"/>
            <a:ext cx="7199212" cy="5185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1" name="Google Shape;751;p1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1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6" name="Google Shape;756;p1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9" name="Google Shape;759;p1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60" name="Google Shape;760;p1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3" name="Google Shape;763;p1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4" name="Google Shape;764;p1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5" name="Google Shape;765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2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8" name="Google Shape;768;p12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9" name="Google Shape;769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72" name="Google Shape;77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76" name="Google Shape;776;p12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77" name="Google Shape;777;p12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78" name="Google Shape;778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2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81" name="Google Shape;781;p1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2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84" name="Google Shape;784;p12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5" name="Google Shape;785;p1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29"/>
          <p:cNvSpPr txBox="1">
            <a:spLocks noGrp="1"/>
          </p:cNvSpPr>
          <p:nvPr>
            <p:ph type="sldNum" idx="12"/>
          </p:nvPr>
        </p:nvSpPr>
        <p:spPr>
          <a:xfrm>
            <a:off x="8432814" y="283107"/>
            <a:ext cx="324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8" name="Google Shape;788;p129"/>
          <p:cNvSpPr/>
          <p:nvPr/>
        </p:nvSpPr>
        <p:spPr>
          <a:xfrm>
            <a:off x="348626" y="4767263"/>
            <a:ext cx="8406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rPr>
              <a:t>www.kipi.bi</a:t>
            </a:r>
            <a:endParaRPr sz="600" b="0" i="0" u="none" strike="noStrike" cap="none">
              <a:solidFill>
                <a:srgbClr val="87878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layout">
  <p:cSld name="Two content layout"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30"/>
          <p:cNvSpPr txBox="1">
            <a:spLocks noGrp="1"/>
          </p:cNvSpPr>
          <p:nvPr>
            <p:ph type="title"/>
          </p:nvPr>
        </p:nvSpPr>
        <p:spPr>
          <a:xfrm>
            <a:off x="2154660" y="556951"/>
            <a:ext cx="48345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1" name="Google Shape;791;p130"/>
          <p:cNvSpPr txBox="1">
            <a:spLocks noGrp="1"/>
          </p:cNvSpPr>
          <p:nvPr>
            <p:ph type="sldNum" idx="12"/>
          </p:nvPr>
        </p:nvSpPr>
        <p:spPr>
          <a:xfrm>
            <a:off x="8432814" y="283107"/>
            <a:ext cx="324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92" name="Google Shape;792;p130"/>
          <p:cNvSpPr txBox="1">
            <a:spLocks noGrp="1"/>
          </p:cNvSpPr>
          <p:nvPr>
            <p:ph type="body" idx="1"/>
          </p:nvPr>
        </p:nvSpPr>
        <p:spPr>
          <a:xfrm>
            <a:off x="2964061" y="375037"/>
            <a:ext cx="3216000" cy="1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4D603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B4D60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4D603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B4D60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4D603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B4D60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4D603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B4D60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4D603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B4D60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3" name="Google Shape;793;p130"/>
          <p:cNvSpPr txBox="1">
            <a:spLocks noGrp="1"/>
          </p:cNvSpPr>
          <p:nvPr>
            <p:ph type="body" idx="2"/>
          </p:nvPr>
        </p:nvSpPr>
        <p:spPr>
          <a:xfrm>
            <a:off x="1226939" y="1518036"/>
            <a:ext cx="3202200" cy="28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4" name="Google Shape;794;p130"/>
          <p:cNvSpPr txBox="1">
            <a:spLocks noGrp="1"/>
          </p:cNvSpPr>
          <p:nvPr>
            <p:ph type="body" idx="3"/>
          </p:nvPr>
        </p:nvSpPr>
        <p:spPr>
          <a:xfrm>
            <a:off x="4674989" y="1518036"/>
            <a:ext cx="3202200" cy="28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95" name="Google Shape;795;p1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94805" y="4507847"/>
            <a:ext cx="400569" cy="518833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130"/>
          <p:cNvSpPr/>
          <p:nvPr/>
        </p:nvSpPr>
        <p:spPr>
          <a:xfrm rot="-5400000">
            <a:off x="8233798" y="4132010"/>
            <a:ext cx="722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rPr>
              <a:t>© 2024 by kipi.bi</a:t>
            </a:r>
            <a:endParaRPr sz="600" b="0" i="0" u="none" strike="noStrike" cap="none">
              <a:solidFill>
                <a:srgbClr val="87878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7" name="Google Shape;797;p130"/>
          <p:cNvSpPr/>
          <p:nvPr/>
        </p:nvSpPr>
        <p:spPr>
          <a:xfrm>
            <a:off x="348626" y="4767263"/>
            <a:ext cx="8406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0" i="0" u="none" strike="noStrike" cap="none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rPr>
              <a:t>www.kipi.bi</a:t>
            </a:r>
            <a:endParaRPr sz="600" b="0" i="0" u="none" strike="noStrike" cap="none">
              <a:solidFill>
                <a:srgbClr val="87878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1 1">
  <p:cSld name="TITLE_1_1_1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00" name="Google Shape;800;p1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01" name="Google Shape;801;p1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9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02" name="Google Shape;802;p1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131"/>
          <p:cNvSpPr/>
          <p:nvPr/>
        </p:nvSpPr>
        <p:spPr>
          <a:xfrm>
            <a:off x="38" y="5056744"/>
            <a:ext cx="9144000" cy="91800"/>
          </a:xfrm>
          <a:prstGeom prst="rect">
            <a:avLst/>
          </a:prstGeom>
          <a:gradFill>
            <a:gsLst>
              <a:gs pos="0">
                <a:srgbClr val="008EE8"/>
              </a:gs>
              <a:gs pos="100000">
                <a:srgbClr val="E87EFA"/>
              </a:gs>
            </a:gsLst>
            <a:lin ang="13500032" scaled="0"/>
          </a:gra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line title">
  <p:cSld name="Single line title">
    <p:bg>
      <p:bgPr>
        <a:solidFill>
          <a:schemeClr val="lt1"/>
        </a:solidFill>
        <a:effectLst/>
      </p:bgPr>
    </p:bg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32"/>
          <p:cNvSpPr txBox="1"/>
          <p:nvPr/>
        </p:nvSpPr>
        <p:spPr>
          <a:xfrm>
            <a:off x="8559916" y="4784105"/>
            <a:ext cx="31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rm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fld id="{00000000-1234-1234-1234-123412341234}" type="slidenum">
              <a:rPr lang="en-GB" sz="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Google Shape;806;p132"/>
          <p:cNvSpPr txBox="1">
            <a:spLocks noGrp="1"/>
          </p:cNvSpPr>
          <p:nvPr>
            <p:ph type="body" idx="1"/>
          </p:nvPr>
        </p:nvSpPr>
        <p:spPr>
          <a:xfrm>
            <a:off x="1139311" y="4784105"/>
            <a:ext cx="2727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1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807" name="Google Shape;807;p132"/>
          <p:cNvCxnSpPr/>
          <p:nvPr/>
        </p:nvCxnSpPr>
        <p:spPr>
          <a:xfrm>
            <a:off x="285751" y="4743450"/>
            <a:ext cx="8572500" cy="0"/>
          </a:xfrm>
          <a:prstGeom prst="straightConnector1">
            <a:avLst/>
          </a:prstGeom>
          <a:noFill/>
          <a:ln w="9525" cap="flat" cmpd="sng">
            <a:solidFill>
              <a:srgbClr val="9DC62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8" name="Google Shape;808;p132"/>
          <p:cNvSpPr txBox="1">
            <a:spLocks noGrp="1"/>
          </p:cNvSpPr>
          <p:nvPr>
            <p:ph type="title"/>
          </p:nvPr>
        </p:nvSpPr>
        <p:spPr>
          <a:xfrm>
            <a:off x="273582" y="342398"/>
            <a:ext cx="85968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150" rIns="68575" bIns="685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None/>
              <a:defRPr sz="17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9" name="Google Shape;809;p132"/>
          <p:cNvSpPr txBox="1">
            <a:spLocks noGrp="1"/>
          </p:cNvSpPr>
          <p:nvPr>
            <p:ph type="body" idx="2"/>
          </p:nvPr>
        </p:nvSpPr>
        <p:spPr>
          <a:xfrm>
            <a:off x="273582" y="996215"/>
            <a:ext cx="85968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B5439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279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B5439"/>
              </a:buClr>
              <a:buSzPts val="800"/>
              <a:buFont typeface="Noto Sans Symbols"/>
              <a:buChar char="▪"/>
              <a:defRPr sz="1100" b="0" i="0" u="none" strike="noStrike" cap="none">
                <a:solidFill>
                  <a:srgbClr val="1B543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79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B5439"/>
              </a:buClr>
              <a:buSzPts val="800"/>
              <a:buFont typeface="Noto Sans Symbols"/>
              <a:buChar char="▪"/>
              <a:defRPr sz="1100" b="0" i="0" u="none" strike="noStrike" cap="none">
                <a:solidFill>
                  <a:srgbClr val="1B543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79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B5439"/>
              </a:buClr>
              <a:buSzPts val="800"/>
              <a:buFont typeface="Noto Sans Symbols"/>
              <a:buChar char="▪"/>
              <a:defRPr sz="1100" b="0" i="0" u="none" strike="noStrike" cap="none">
                <a:solidFill>
                  <a:srgbClr val="1B543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79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B5439"/>
              </a:buClr>
              <a:buSzPts val="800"/>
              <a:buFont typeface="Noto Sans Symbols"/>
              <a:buChar char="▪"/>
              <a:defRPr sz="1100" b="0" i="0" u="none" strike="noStrike" cap="none">
                <a:solidFill>
                  <a:srgbClr val="1B543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0" name="Google Shape;810;p132"/>
          <p:cNvSpPr/>
          <p:nvPr/>
        </p:nvSpPr>
        <p:spPr>
          <a:xfrm>
            <a:off x="285751" y="850392"/>
            <a:ext cx="936000" cy="48600"/>
          </a:xfrm>
          <a:prstGeom prst="rect">
            <a:avLst/>
          </a:prstGeom>
          <a:solidFill>
            <a:srgbClr val="9DC628"/>
          </a:solidFill>
          <a:ln>
            <a:noFill/>
          </a:ln>
        </p:spPr>
        <p:txBody>
          <a:bodyPr spcFirstLastPara="1" wrap="square" lIns="26225" tIns="26225" rIns="26225" bIns="262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32"/>
          <p:cNvSpPr/>
          <p:nvPr/>
        </p:nvSpPr>
        <p:spPr>
          <a:xfrm>
            <a:off x="1280626" y="850392"/>
            <a:ext cx="939600" cy="48600"/>
          </a:xfrm>
          <a:prstGeom prst="rect">
            <a:avLst/>
          </a:prstGeom>
          <a:solidFill>
            <a:srgbClr val="6B81F3"/>
          </a:solidFill>
          <a:ln>
            <a:noFill/>
          </a:ln>
        </p:spPr>
        <p:txBody>
          <a:bodyPr spcFirstLastPara="1" wrap="square" lIns="26225" tIns="26225" rIns="26225" bIns="262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32"/>
          <p:cNvSpPr txBox="1"/>
          <p:nvPr/>
        </p:nvSpPr>
        <p:spPr>
          <a:xfrm>
            <a:off x="8559916" y="4784105"/>
            <a:ext cx="31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rm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13" name="Google Shape;813;p1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7222" y="4832465"/>
            <a:ext cx="675604" cy="182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810">
          <p15:clr>
            <a:srgbClr val="FBAE40"/>
          </p15:clr>
        </p15:guide>
        <p15:guide id="4" pos="5598">
          <p15:clr>
            <a:srgbClr val="FBAE40"/>
          </p15:clr>
        </p15:guide>
        <p15:guide id="5" pos="16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33"/>
          <p:cNvSpPr/>
          <p:nvPr/>
        </p:nvSpPr>
        <p:spPr>
          <a:xfrm>
            <a:off x="476225" y="0"/>
            <a:ext cx="342900" cy="91500"/>
          </a:xfrm>
          <a:prstGeom prst="rect">
            <a:avLst/>
          </a:prstGeom>
          <a:gradFill>
            <a:gsLst>
              <a:gs pos="0">
                <a:srgbClr val="2CAD95"/>
              </a:gs>
              <a:gs pos="100000">
                <a:srgbClr val="BDEB5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6" name="Google Shape;816;p133"/>
          <p:cNvSpPr/>
          <p:nvPr/>
        </p:nvSpPr>
        <p:spPr>
          <a:xfrm>
            <a:off x="-25" y="5039400"/>
            <a:ext cx="9144000" cy="104100"/>
          </a:xfrm>
          <a:prstGeom prst="rect">
            <a:avLst/>
          </a:prstGeom>
          <a:gradFill>
            <a:gsLst>
              <a:gs pos="0">
                <a:srgbClr val="2CAD95"/>
              </a:gs>
              <a:gs pos="100000">
                <a:srgbClr val="BDEB54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449820" y="1379016"/>
            <a:ext cx="7689725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urce Sans Pro"/>
              <a:buChar char="•"/>
              <a:defRPr sz="1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2857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Pro"/>
              <a:buChar char="•"/>
              <a:defRPr sz="9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Source Sans Pro"/>
              <a:buChar char="•"/>
              <a:defRPr sz="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2730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ource Sans Pro"/>
              <a:buChar char="•"/>
              <a:defRPr sz="7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2667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Source Sans Pro"/>
              <a:buChar char="•"/>
              <a:defRPr sz="6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2603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Source Sans Pro"/>
              <a:buChar char="•"/>
              <a:defRPr sz="5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2603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Source Sans Pro"/>
              <a:buChar char="•"/>
              <a:defRPr sz="5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26035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500"/>
              <a:buFont typeface="Source Sans Pro"/>
              <a:buChar char="•"/>
              <a:defRPr sz="5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49820" y="377971"/>
            <a:ext cx="788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None/>
              <a:defRPr sz="20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23723" y="4909710"/>
            <a:ext cx="792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>
                <a:solidFill>
                  <a:srgbClr val="D6D9E0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 </a:t>
            </a:r>
            <a:fld id="{00000000-1234-1234-1234-123412341234}" type="slidenum">
              <a:rPr lang="en-GB"/>
              <a:t>‹#›</a:t>
            </a:fld>
            <a:r>
              <a:rPr lang="en-GB"/>
              <a:t> 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875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758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875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758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875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758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875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758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875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758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875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758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875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758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875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758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875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758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7" name="Google Shape;707;p1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8" name="Google Shape;708;p1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8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terprise-employee-analytics-vwrm6uzkwr63wvwzj8fvdv.streamlit.app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35"/>
          <p:cNvSpPr/>
          <p:nvPr/>
        </p:nvSpPr>
        <p:spPr>
          <a:xfrm>
            <a:off x="476229" y="-3445"/>
            <a:ext cx="342900" cy="91800"/>
          </a:xfrm>
          <a:prstGeom prst="rect">
            <a:avLst/>
          </a:prstGeom>
          <a:gradFill>
            <a:gsLst>
              <a:gs pos="0">
                <a:srgbClr val="008EE8"/>
              </a:gs>
              <a:gs pos="100000">
                <a:srgbClr val="E87EFA"/>
              </a:gs>
            </a:gsLst>
            <a:lin ang="13500032" scaled="0"/>
          </a:gra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pic>
        <p:nvPicPr>
          <p:cNvPr id="828" name="Google Shape;828;p135"/>
          <p:cNvPicPr preferRelativeResize="0"/>
          <p:nvPr/>
        </p:nvPicPr>
        <p:blipFill rotWithShape="1">
          <a:blip r:embed="rId3">
            <a:alphaModFix/>
          </a:blip>
          <a:srcRect l="20281" t="49143"/>
          <a:stretch/>
        </p:blipFill>
        <p:spPr>
          <a:xfrm rot="10800000">
            <a:off x="3281864" y="850019"/>
            <a:ext cx="5862136" cy="421272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135"/>
          <p:cNvSpPr txBox="1"/>
          <p:nvPr/>
        </p:nvSpPr>
        <p:spPr>
          <a:xfrm>
            <a:off x="476225" y="4532000"/>
            <a:ext cx="28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 i="1">
                <a:solidFill>
                  <a:srgbClr val="EDF2F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content of this presentation is proprietary and confidential information of v4c.ai. This presentation</a:t>
            </a:r>
            <a:r>
              <a:rPr lang="en-GB" sz="500">
                <a:solidFill>
                  <a:srgbClr val="EDF2F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GB" sz="500" i="1">
                <a:solidFill>
                  <a:srgbClr val="EDF2F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is not intended to be distributed to any third party without the prior written consent of v4c.ai</a:t>
            </a:r>
            <a:endParaRPr sz="500">
              <a:solidFill>
                <a:srgbClr val="EDF2F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830" name="Google Shape;830;p1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19" y="449275"/>
            <a:ext cx="1246479" cy="461343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135"/>
          <p:cNvSpPr txBox="1"/>
          <p:nvPr/>
        </p:nvSpPr>
        <p:spPr>
          <a:xfrm>
            <a:off x="420624" y="1170432"/>
            <a:ext cx="6549341" cy="2511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IN" sz="3600" b="1" dirty="0">
                <a:solidFill>
                  <a:srgbClr val="FFFFFF"/>
                </a:solidFill>
              </a:rPr>
              <a:t>Enterprise Employee Analytics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C8D0FF"/>
                </a:solidFill>
              </a:rPr>
              <a:t>End-to-End Employee Data Management, 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C8D0FF"/>
                </a:solidFill>
              </a:rPr>
              <a:t>Data Warehousing &amp; Analytics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lang="en-GB" sz="2000" baseline="30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GB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Oct 2026</a:t>
            </a:r>
          </a:p>
          <a:p>
            <a:r>
              <a:rPr lang="en-IN" sz="1100" b="1" dirty="0" err="1">
                <a:solidFill>
                  <a:srgbClr val="FFFFFF"/>
                </a:solidFill>
              </a:rPr>
              <a:t>Subhaprada</a:t>
            </a:r>
            <a:r>
              <a:rPr lang="en-IN" sz="1100" b="1" dirty="0">
                <a:solidFill>
                  <a:srgbClr val="FFFFFF"/>
                </a:solidFill>
              </a:rPr>
              <a:t>   |   Shravani   |   Keerthi</a:t>
            </a:r>
          </a:p>
          <a:p>
            <a:r>
              <a:rPr lang="en-US" sz="1000" dirty="0">
                <a:solidFill>
                  <a:srgbClr val="82AAFF"/>
                </a:solidFill>
              </a:rPr>
              <a:t>Python  ·  MySQL  ·  </a:t>
            </a:r>
            <a:r>
              <a:rPr lang="en-US" sz="1000" dirty="0" err="1">
                <a:solidFill>
                  <a:srgbClr val="82AAFF"/>
                </a:solidFill>
              </a:rPr>
              <a:t>Streamlit</a:t>
            </a:r>
            <a:r>
              <a:rPr lang="en-US" sz="1000" dirty="0">
                <a:solidFill>
                  <a:srgbClr val="82AAFF"/>
                </a:solidFill>
              </a:rPr>
              <a:t>  ·  Aiven Cloud</a:t>
            </a:r>
          </a:p>
          <a:p>
            <a:pPr>
              <a:lnSpc>
                <a:spcPct val="90000"/>
              </a:lnSpc>
            </a:pPr>
            <a:endParaRPr lang="en-IN" sz="1100" b="1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39"/>
          <p:cNvSpPr txBox="1"/>
          <p:nvPr/>
        </p:nvSpPr>
        <p:spPr>
          <a:xfrm>
            <a:off x="536448" y="384048"/>
            <a:ext cx="8099179" cy="26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00" bIns="45700" anchor="t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IN" sz="3200" b="1" dirty="0"/>
              <a:t>The business problem</a:t>
            </a:r>
            <a:endParaRPr sz="3000" b="1" dirty="0">
              <a:solidFill>
                <a:srgbClr val="B4D60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2" name="Google Shape;902;p139"/>
          <p:cNvSpPr txBox="1">
            <a:spLocks noGrp="1"/>
          </p:cNvSpPr>
          <p:nvPr>
            <p:ph type="body" idx="4294967295"/>
          </p:nvPr>
        </p:nvSpPr>
        <p:spPr>
          <a:xfrm>
            <a:off x="465960" y="757852"/>
            <a:ext cx="7239900" cy="1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1600" dirty="0"/>
              <a:t>Employee data is spread across operational systems</a:t>
            </a:r>
          </a:p>
        </p:txBody>
      </p:sp>
      <p:sp>
        <p:nvSpPr>
          <p:cNvPr id="903" name="Google Shape;903;p139"/>
          <p:cNvSpPr txBox="1"/>
          <p:nvPr/>
        </p:nvSpPr>
        <p:spPr>
          <a:xfrm>
            <a:off x="392650" y="1142425"/>
            <a:ext cx="8231400" cy="3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000"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71CDAAA9-E62E-3D47-81D5-7722833ED625}"/>
              </a:ext>
            </a:extLst>
          </p:cNvPr>
          <p:cNvSpPr/>
          <p:nvPr/>
        </p:nvSpPr>
        <p:spPr>
          <a:xfrm>
            <a:off x="448056" y="1325880"/>
            <a:ext cx="2423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05072C"/>
                </a:solidFill>
              </a:rPr>
              <a:t>Scattered employee data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616972"/>
                </a:solidFill>
              </a:rPr>
              <a:t>Operational records are hard to combine for analysis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BE308B10-6446-0805-4AFC-C37D21E8F9A0}"/>
              </a:ext>
            </a:extLst>
          </p:cNvPr>
          <p:cNvSpPr/>
          <p:nvPr/>
        </p:nvSpPr>
        <p:spPr>
          <a:xfrm>
            <a:off x="448056" y="2788920"/>
            <a:ext cx="2423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05072C"/>
                </a:solidFill>
              </a:rPr>
              <a:t>Attrition risk goes unseen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616972"/>
                </a:solidFill>
              </a:rPr>
              <a:t>No early warning for who may leave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7EE2B891-21E4-9613-2DEF-7FC15CBAD89B}"/>
              </a:ext>
            </a:extLst>
          </p:cNvPr>
          <p:cNvSpPr/>
          <p:nvPr/>
        </p:nvSpPr>
        <p:spPr>
          <a:xfrm>
            <a:off x="5760720" y="1325880"/>
            <a:ext cx="2926080" cy="2743200"/>
          </a:xfrm>
          <a:prstGeom prst="roundRect">
            <a:avLst>
              <a:gd name="adj" fmla="val 8000"/>
            </a:avLst>
          </a:prstGeom>
          <a:solidFill>
            <a:srgbClr val="050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228600" bIns="54864" rtlCol="0" anchor="ctr"/>
          <a:lstStyle/>
          <a:p>
            <a:pPr algn="l">
              <a:spcAft>
                <a:spcPts val="800"/>
              </a:spcAft>
            </a:pPr>
            <a:r>
              <a:rPr sz="1100" b="1" dirty="0">
                <a:solidFill>
                  <a:srgbClr val="82AAFF"/>
                </a:solidFill>
              </a:rPr>
              <a:t>THE NEED</a:t>
            </a:r>
          </a:p>
          <a:p>
            <a:pPr algn="l">
              <a:spcAft>
                <a:spcPts val="1200"/>
              </a:spcAft>
            </a:pPr>
            <a:r>
              <a:rPr sz="1700" b="1" dirty="0">
                <a:solidFill>
                  <a:srgbClr val="FFFFFF"/>
                </a:solidFill>
              </a:rPr>
              <a:t>Centralized analytics and reporting on one trusted data foundation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C8D0FF"/>
                </a:solidFill>
              </a:rPr>
              <a:t>OLTP  →  ETL  →  Warehouse  →  Dashboard</a:t>
            </a: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F8DC9E8A-7554-FFD2-5E00-AAFB4D939F8A}"/>
              </a:ext>
            </a:extLst>
          </p:cNvPr>
          <p:cNvSpPr/>
          <p:nvPr/>
        </p:nvSpPr>
        <p:spPr>
          <a:xfrm>
            <a:off x="3054096" y="2788920"/>
            <a:ext cx="2423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05072C"/>
                </a:solidFill>
              </a:rPr>
              <a:t>Projects get over-allocated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616972"/>
                </a:solidFill>
              </a:rPr>
              <a:t>Overloaded teams are not visible</a:t>
            </a:r>
          </a:p>
        </p:txBody>
      </p: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587B4968-D8A0-5A73-4103-CCB9A5B3B544}"/>
              </a:ext>
            </a:extLst>
          </p:cNvPr>
          <p:cNvSpPr/>
          <p:nvPr/>
        </p:nvSpPr>
        <p:spPr>
          <a:xfrm>
            <a:off x="3054096" y="1325880"/>
            <a:ext cx="2423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05072C"/>
                </a:solidFill>
              </a:rPr>
              <a:t>Performance is hard to compare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616972"/>
                </a:solidFill>
              </a:rPr>
              <a:t>No year-over-year view across departments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40"/>
          <p:cNvSpPr txBox="1"/>
          <p:nvPr/>
        </p:nvSpPr>
        <p:spPr>
          <a:xfrm>
            <a:off x="414528" y="408432"/>
            <a:ext cx="8221099" cy="24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00" bIns="45700" anchor="t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IN" sz="3200" b="1" dirty="0"/>
              <a:t>Project</a:t>
            </a:r>
            <a:r>
              <a:rPr lang="en-IN" sz="3200" dirty="0"/>
              <a:t> </a:t>
            </a:r>
            <a:r>
              <a:rPr lang="en-IN" sz="3200" b="1" dirty="0"/>
              <a:t>objectives</a:t>
            </a:r>
            <a:endParaRPr sz="3000" b="1" dirty="0">
              <a:solidFill>
                <a:srgbClr val="B4D60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rgbClr val="B4D60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9" name="Google Shape;909;p140"/>
          <p:cNvSpPr txBox="1">
            <a:spLocks noGrp="1"/>
          </p:cNvSpPr>
          <p:nvPr>
            <p:ph type="body" idx="4294967295"/>
          </p:nvPr>
        </p:nvSpPr>
        <p:spPr>
          <a:xfrm>
            <a:off x="414528" y="894232"/>
            <a:ext cx="7291332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/>
          <a:p>
            <a:pPr marL="0" indent="0">
              <a:lnSpc>
                <a:spcPct val="90000"/>
              </a:lnSpc>
              <a:buClr>
                <a:srgbClr val="B4D603"/>
              </a:buClr>
              <a:buSzPts val="1100"/>
              <a:buNone/>
            </a:pPr>
            <a:r>
              <a:rPr lang="en-US" sz="1600" dirty="0"/>
              <a:t>Eight goals, from data entry to cloud deployment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4D603"/>
              </a:buClr>
              <a:buSzPts val="1100"/>
              <a:buNone/>
            </a:pPr>
            <a:endParaRPr sz="1500" dirty="0">
              <a:solidFill>
                <a:schemeClr val="dk2"/>
              </a:solidFill>
            </a:endParaRP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A32F54EA-1E61-FEDC-99A4-BC4B291C1E1F}"/>
              </a:ext>
            </a:extLst>
          </p:cNvPr>
          <p:cNvSpPr/>
          <p:nvPr/>
        </p:nvSpPr>
        <p:spPr>
          <a:xfrm>
            <a:off x="448056" y="1371600"/>
            <a:ext cx="1920240" cy="1508760"/>
          </a:xfrm>
          <a:prstGeom prst="roundRect">
            <a:avLst>
              <a:gd name="adj" fmla="val 8000"/>
            </a:avLst>
          </a:prstGeom>
          <a:solidFill>
            <a:srgbClr val="4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b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</a:rPr>
              <a:t>Employee management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8D0FF"/>
                </a:solidFill>
              </a:rPr>
              <a:t>Onboard, update, search</a:t>
            </a:r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C98881F2-6F21-7090-98C8-6CEB85BBEEDC}"/>
              </a:ext>
            </a:extLst>
          </p:cNvPr>
          <p:cNvSpPr/>
          <p:nvPr/>
        </p:nvSpPr>
        <p:spPr>
          <a:xfrm>
            <a:off x="448056" y="3063240"/>
            <a:ext cx="1920240" cy="1508760"/>
          </a:xfrm>
          <a:prstGeom prst="roundRect">
            <a:avLst>
              <a:gd name="adj" fmla="val 8000"/>
            </a:avLst>
          </a:prstGeom>
          <a:solidFill>
            <a:srgbClr val="4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b"/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FFFFFF"/>
                </a:solidFill>
              </a:rPr>
              <a:t>Analytics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C8D0FF"/>
                </a:solidFill>
              </a:rPr>
              <a:t>Window-function SQL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469173D0-1CC7-C460-7B91-B8DCE1A9A4D1}"/>
              </a:ext>
            </a:extLst>
          </p:cNvPr>
          <p:cNvSpPr/>
          <p:nvPr/>
        </p:nvSpPr>
        <p:spPr>
          <a:xfrm>
            <a:off x="2551176" y="1371600"/>
            <a:ext cx="1920240" cy="1508760"/>
          </a:xfrm>
          <a:prstGeom prst="roundRect">
            <a:avLst>
              <a:gd name="adj" fmla="val 8000"/>
            </a:avLst>
          </a:prstGeom>
          <a:solidFill>
            <a:srgbClr val="131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b"/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FFFFFF"/>
                </a:solidFill>
              </a:rPr>
              <a:t>Project management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C8D0FF"/>
                </a:solidFill>
              </a:rPr>
              <a:t>Create projects, assign staff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601940B-E549-3334-B687-9723581B3B9B}"/>
              </a:ext>
            </a:extLst>
          </p:cNvPr>
          <p:cNvSpPr/>
          <p:nvPr/>
        </p:nvSpPr>
        <p:spPr>
          <a:xfrm>
            <a:off x="2551176" y="3063240"/>
            <a:ext cx="1920240" cy="1508760"/>
          </a:xfrm>
          <a:prstGeom prst="roundRect">
            <a:avLst>
              <a:gd name="adj" fmla="val 8000"/>
            </a:avLst>
          </a:prstGeom>
          <a:solidFill>
            <a:srgbClr val="131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b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</a:rPr>
              <a:t>Attrition analysis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8D0FF"/>
                </a:solidFill>
              </a:rPr>
              <a:t>Risk score and bands</a:t>
            </a: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9136DC89-E9B9-6A8A-F8B3-F45DC62AF70C}"/>
              </a:ext>
            </a:extLst>
          </p:cNvPr>
          <p:cNvSpPr/>
          <p:nvPr/>
        </p:nvSpPr>
        <p:spPr>
          <a:xfrm>
            <a:off x="4654296" y="1371600"/>
            <a:ext cx="1920240" cy="1508760"/>
          </a:xfrm>
          <a:prstGeom prst="roundRect">
            <a:avLst>
              <a:gd name="adj" fmla="val 8000"/>
            </a:avLst>
          </a:prstGeom>
          <a:solidFill>
            <a:srgbClr val="4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b"/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FFFFFF"/>
                </a:solidFill>
              </a:rPr>
              <a:t>Performance reviews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C8D0FF"/>
                </a:solidFill>
              </a:rPr>
              <a:t>Rate 1-5 with comments</a:t>
            </a:r>
          </a:p>
        </p:txBody>
      </p:sp>
      <p:sp>
        <p:nvSpPr>
          <p:cNvPr id="18" name="Rounded Rectangle 15">
            <a:extLst>
              <a:ext uri="{FF2B5EF4-FFF2-40B4-BE49-F238E27FC236}">
                <a16:creationId xmlns:a16="http://schemas.microsoft.com/office/drawing/2014/main" id="{CC992760-FD84-77BA-11B5-01A52ACC3A21}"/>
              </a:ext>
            </a:extLst>
          </p:cNvPr>
          <p:cNvSpPr/>
          <p:nvPr/>
        </p:nvSpPr>
        <p:spPr>
          <a:xfrm>
            <a:off x="4654296" y="3063240"/>
            <a:ext cx="1920240" cy="1508760"/>
          </a:xfrm>
          <a:prstGeom prst="roundRect">
            <a:avLst>
              <a:gd name="adj" fmla="val 8000"/>
            </a:avLst>
          </a:prstGeom>
          <a:solidFill>
            <a:srgbClr val="4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b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</a:rPr>
              <a:t>Bottleneck detection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8D0FF"/>
                </a:solidFill>
              </a:rPr>
              <a:t>Find over-allocated projects</a:t>
            </a:r>
          </a:p>
        </p:txBody>
      </p:sp>
      <p:sp>
        <p:nvSpPr>
          <p:cNvPr id="22" name="Rounded Rectangle 9">
            <a:extLst>
              <a:ext uri="{FF2B5EF4-FFF2-40B4-BE49-F238E27FC236}">
                <a16:creationId xmlns:a16="http://schemas.microsoft.com/office/drawing/2014/main" id="{9CFEC684-E028-B8BA-CA63-333E46D7F618}"/>
              </a:ext>
            </a:extLst>
          </p:cNvPr>
          <p:cNvSpPr/>
          <p:nvPr/>
        </p:nvSpPr>
        <p:spPr>
          <a:xfrm>
            <a:off x="6757416" y="1371600"/>
            <a:ext cx="1920240" cy="1508760"/>
          </a:xfrm>
          <a:prstGeom prst="roundRect">
            <a:avLst>
              <a:gd name="adj" fmla="val 8000"/>
            </a:avLst>
          </a:prstGeom>
          <a:solidFill>
            <a:srgbClr val="131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b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</a:rPr>
              <a:t>ETL &amp; warehouse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8D0FF"/>
                </a:solidFill>
              </a:rPr>
              <a:t>OLTP to star schema</a:t>
            </a:r>
          </a:p>
        </p:txBody>
      </p:sp>
      <p:sp>
        <p:nvSpPr>
          <p:cNvPr id="24" name="Rounded Rectangle 17">
            <a:extLst>
              <a:ext uri="{FF2B5EF4-FFF2-40B4-BE49-F238E27FC236}">
                <a16:creationId xmlns:a16="http://schemas.microsoft.com/office/drawing/2014/main" id="{C8FBC62B-72B8-D179-FAF8-F42C253809BA}"/>
              </a:ext>
            </a:extLst>
          </p:cNvPr>
          <p:cNvSpPr/>
          <p:nvPr/>
        </p:nvSpPr>
        <p:spPr>
          <a:xfrm>
            <a:off x="6757416" y="3063240"/>
            <a:ext cx="1920240" cy="1508760"/>
          </a:xfrm>
          <a:prstGeom prst="roundRect">
            <a:avLst>
              <a:gd name="adj" fmla="val 8000"/>
            </a:avLst>
          </a:prstGeom>
          <a:solidFill>
            <a:srgbClr val="131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b"/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FFFFFF"/>
                </a:solidFill>
              </a:rPr>
              <a:t>Cloud deployment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C8D0FF"/>
                </a:solidFill>
              </a:rPr>
              <a:t>Aiven + </a:t>
            </a:r>
            <a:r>
              <a:rPr sz="1050" b="0" dirty="0" err="1">
                <a:solidFill>
                  <a:srgbClr val="C8D0FF"/>
                </a:solidFill>
              </a:rPr>
              <a:t>Streamlit</a:t>
            </a:r>
            <a:r>
              <a:rPr sz="1050" b="0" dirty="0">
                <a:solidFill>
                  <a:srgbClr val="C8D0FF"/>
                </a:solidFill>
              </a:rPr>
              <a:t> Cloud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F9BB1A6-285C-730C-D53A-E24BCD3DFD9E}"/>
              </a:ext>
            </a:extLst>
          </p:cNvPr>
          <p:cNvSpPr/>
          <p:nvPr/>
        </p:nvSpPr>
        <p:spPr>
          <a:xfrm>
            <a:off x="2688336" y="1508760"/>
            <a:ext cx="329184" cy="32918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557C012-56CC-00D0-7B61-EC7F6E3EB6F3}"/>
              </a:ext>
            </a:extLst>
          </p:cNvPr>
          <p:cNvSpPr/>
          <p:nvPr/>
        </p:nvSpPr>
        <p:spPr>
          <a:xfrm>
            <a:off x="568591" y="1507819"/>
            <a:ext cx="329184" cy="32918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300"/>
              </a:spcAft>
            </a:pPr>
            <a:r>
              <a:rPr lang="en-IN" sz="1200" b="1" dirty="0">
                <a:solidFill>
                  <a:srgbClr val="FFFFFF"/>
                </a:solidFill>
              </a:rPr>
              <a:t>1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C18E6C2-8015-7703-FD92-9BAD57CBB927}"/>
              </a:ext>
            </a:extLst>
          </p:cNvPr>
          <p:cNvSpPr/>
          <p:nvPr/>
        </p:nvSpPr>
        <p:spPr>
          <a:xfrm>
            <a:off x="4789608" y="1507819"/>
            <a:ext cx="329184" cy="32918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300"/>
              </a:spcAft>
            </a:pPr>
            <a:r>
              <a:rPr lang="en-IN" sz="1200" b="1" dirty="0">
                <a:solidFill>
                  <a:srgbClr val="FFFFFF"/>
                </a:solidFill>
              </a:rPr>
              <a:t>3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570E161-F815-0FB9-D211-EC3A1284A6DE}"/>
              </a:ext>
            </a:extLst>
          </p:cNvPr>
          <p:cNvSpPr/>
          <p:nvPr/>
        </p:nvSpPr>
        <p:spPr>
          <a:xfrm>
            <a:off x="6877027" y="1494159"/>
            <a:ext cx="329184" cy="32918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300"/>
              </a:spcAft>
            </a:pPr>
            <a:r>
              <a:rPr lang="en-IN" sz="1200" b="1" dirty="0">
                <a:solidFill>
                  <a:srgbClr val="FFFFFF"/>
                </a:solidFill>
              </a:rPr>
              <a:t>4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EAAA11F-7D6F-6FCB-7C98-2269F922B18C}"/>
              </a:ext>
            </a:extLst>
          </p:cNvPr>
          <p:cNvSpPr/>
          <p:nvPr/>
        </p:nvSpPr>
        <p:spPr>
          <a:xfrm>
            <a:off x="585216" y="3200400"/>
            <a:ext cx="329184" cy="32918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</a:rPr>
              <a:t>5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A08D954-F29D-608F-A064-3505B5AFBC57}"/>
              </a:ext>
            </a:extLst>
          </p:cNvPr>
          <p:cNvSpPr/>
          <p:nvPr/>
        </p:nvSpPr>
        <p:spPr>
          <a:xfrm>
            <a:off x="2632918" y="3200400"/>
            <a:ext cx="329184" cy="32918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300"/>
              </a:spcAft>
            </a:pPr>
            <a:r>
              <a:rPr lang="en-IN" sz="1200" b="1" dirty="0">
                <a:solidFill>
                  <a:srgbClr val="FFFFFF"/>
                </a:solidFill>
              </a:rPr>
              <a:t>6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73EA676-084E-45FA-4A56-E16B85478972}"/>
              </a:ext>
            </a:extLst>
          </p:cNvPr>
          <p:cNvSpPr/>
          <p:nvPr/>
        </p:nvSpPr>
        <p:spPr>
          <a:xfrm>
            <a:off x="4789608" y="3191567"/>
            <a:ext cx="329184" cy="32918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300"/>
              </a:spcAft>
            </a:pPr>
            <a:r>
              <a:rPr lang="en-IN" sz="1200" b="1" dirty="0">
                <a:solidFill>
                  <a:srgbClr val="FFFFFF"/>
                </a:solidFill>
              </a:rPr>
              <a:t>7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8191529-1423-0FCA-067E-212A8CC5C54C}"/>
              </a:ext>
            </a:extLst>
          </p:cNvPr>
          <p:cNvSpPr/>
          <p:nvPr/>
        </p:nvSpPr>
        <p:spPr>
          <a:xfrm>
            <a:off x="6877027" y="3200400"/>
            <a:ext cx="329184" cy="32918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300"/>
              </a:spcAft>
            </a:pPr>
            <a:r>
              <a:rPr lang="en-IN" sz="1200" b="1" dirty="0">
                <a:solidFill>
                  <a:srgbClr val="FFFFFF"/>
                </a:solidFill>
              </a:rPr>
              <a:t>8</a:t>
            </a:r>
            <a:endParaRPr sz="12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>
          <a:extLst>
            <a:ext uri="{FF2B5EF4-FFF2-40B4-BE49-F238E27FC236}">
              <a16:creationId xmlns:a16="http://schemas.microsoft.com/office/drawing/2014/main" id="{BF6D23D4-3CC4-D91B-9D4F-7EC02A082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40">
            <a:extLst>
              <a:ext uri="{FF2B5EF4-FFF2-40B4-BE49-F238E27FC236}">
                <a16:creationId xmlns:a16="http://schemas.microsoft.com/office/drawing/2014/main" id="{83AF943C-8151-C9AA-C1F3-A9FD75EE7C60}"/>
              </a:ext>
            </a:extLst>
          </p:cNvPr>
          <p:cNvSpPr txBox="1"/>
          <p:nvPr/>
        </p:nvSpPr>
        <p:spPr>
          <a:xfrm>
            <a:off x="414528" y="408432"/>
            <a:ext cx="8221099" cy="24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00" bIns="45700" anchor="t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IN" sz="3200" b="1" dirty="0"/>
              <a:t>System</a:t>
            </a:r>
            <a:r>
              <a:rPr lang="en-IN" sz="3200" dirty="0"/>
              <a:t> </a:t>
            </a:r>
            <a:r>
              <a:rPr lang="en-IN" sz="3200" b="1" dirty="0"/>
              <a:t>architecture</a:t>
            </a:r>
            <a:endParaRPr sz="3000" b="1" dirty="0">
              <a:solidFill>
                <a:srgbClr val="B4D60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rgbClr val="B4D60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D108D2-0BAC-420A-EF99-8A9B504F2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062"/>
            <a:ext cx="9144000" cy="336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745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>
          <a:extLst>
            <a:ext uri="{FF2B5EF4-FFF2-40B4-BE49-F238E27FC236}">
              <a16:creationId xmlns:a16="http://schemas.microsoft.com/office/drawing/2014/main" id="{6C736C46-9588-9B0C-3F0B-4BD20D1D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40">
            <a:extLst>
              <a:ext uri="{FF2B5EF4-FFF2-40B4-BE49-F238E27FC236}">
                <a16:creationId xmlns:a16="http://schemas.microsoft.com/office/drawing/2014/main" id="{8970F356-BCEF-B0FE-98C1-2FABBAF19455}"/>
              </a:ext>
            </a:extLst>
          </p:cNvPr>
          <p:cNvSpPr txBox="1"/>
          <p:nvPr/>
        </p:nvSpPr>
        <p:spPr>
          <a:xfrm>
            <a:off x="414528" y="408432"/>
            <a:ext cx="8221099" cy="24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00" bIns="45700" anchor="t" anchorCtr="0">
            <a:noAutofit/>
          </a:bodyPr>
          <a:lstStyle/>
          <a:p>
            <a:pPr lvl="0"/>
            <a:r>
              <a:rPr lang="en-IN" sz="3200" b="1" dirty="0"/>
              <a:t>Database &amp; data warehouse design</a:t>
            </a:r>
            <a:endParaRPr sz="3000" b="1" dirty="0">
              <a:solidFill>
                <a:srgbClr val="B4D60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9" name="Google Shape;909;p140">
            <a:extLst>
              <a:ext uri="{FF2B5EF4-FFF2-40B4-BE49-F238E27FC236}">
                <a16:creationId xmlns:a16="http://schemas.microsoft.com/office/drawing/2014/main" id="{4FD23DCF-D6F1-5E4F-B71E-6A1744705D7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14528" y="894232"/>
            <a:ext cx="7291332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/>
          <a:p>
            <a:pPr marL="0" indent="0">
              <a:lnSpc>
                <a:spcPct val="90000"/>
              </a:lnSpc>
              <a:buClr>
                <a:srgbClr val="B4D603"/>
              </a:buClr>
              <a:buSzPts val="1100"/>
              <a:buNone/>
            </a:pPr>
            <a:r>
              <a:rPr lang="en-IN" sz="1600" dirty="0"/>
              <a:t>Operational (OLTP) vs analytical (OLAP)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4D603"/>
              </a:buClr>
              <a:buSzPts val="1100"/>
              <a:buNone/>
            </a:pPr>
            <a:endParaRPr sz="1500" dirty="0">
              <a:solidFill>
                <a:schemeClr val="dk2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C09FA17-F950-E75A-6D5A-813888E648F7}"/>
              </a:ext>
            </a:extLst>
          </p:cNvPr>
          <p:cNvSpPr/>
          <p:nvPr/>
        </p:nvSpPr>
        <p:spPr>
          <a:xfrm>
            <a:off x="448056" y="292608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5072C"/>
                </a:solidFill>
              </a:rPr>
              <a:t>OLAP: analytics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</a:rPr>
              <a:t>Star schema: facts + dimensions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</a:rPr>
              <a:t>Surrogate keys on every dimension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8B5CF6"/>
                </a:solidFill>
              </a:rPr>
              <a:t>DimEmployee is SCD Type 2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388B65A0-79B8-8169-D53D-8CBCC67FE81F}"/>
              </a:ext>
            </a:extLst>
          </p:cNvPr>
          <p:cNvSpPr/>
          <p:nvPr/>
        </p:nvSpPr>
        <p:spPr>
          <a:xfrm>
            <a:off x="448056" y="132588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05072C"/>
                </a:solidFill>
              </a:rPr>
              <a:t>OLTP: operations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1F2937"/>
                </a:solidFill>
              </a:rPr>
              <a:t>Normalized tables: Employee, Project, Assignment, Reviews and lookups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1F2937"/>
                </a:solidFill>
              </a:rPr>
              <a:t>Fast inserts and updates from the forms</a:t>
            </a: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F720EBC2-2A28-FE9A-E051-B489E1A94C16}"/>
              </a:ext>
            </a:extLst>
          </p:cNvPr>
          <p:cNvSpPr/>
          <p:nvPr/>
        </p:nvSpPr>
        <p:spPr>
          <a:xfrm>
            <a:off x="4058412" y="1074420"/>
            <a:ext cx="4776216" cy="333756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ctr">
              <a:spcAft>
                <a:spcPts val="300"/>
              </a:spcAft>
            </a:pPr>
            <a:r>
              <a:rPr lang="en-US" b="1" dirty="0">
                <a:solidFill>
                  <a:srgbClr val="8B5CF6"/>
                </a:solidFill>
              </a:rPr>
              <a:t> </a:t>
            </a:r>
            <a:r>
              <a:rPr lang="en-US" b="1" dirty="0" err="1">
                <a:solidFill>
                  <a:srgbClr val="8B5CF6"/>
                </a:solidFill>
              </a:rPr>
              <a:t>start_date</a:t>
            </a:r>
            <a:r>
              <a:rPr lang="en-US" b="1" dirty="0">
                <a:solidFill>
                  <a:srgbClr val="8B5CF6"/>
                </a:solidFill>
              </a:rPr>
              <a:t>  ·  </a:t>
            </a:r>
            <a:r>
              <a:rPr lang="en-US" b="1" dirty="0" err="1">
                <a:solidFill>
                  <a:srgbClr val="8B5CF6"/>
                </a:solidFill>
              </a:rPr>
              <a:t>end_date</a:t>
            </a:r>
            <a:r>
              <a:rPr lang="en-US" b="1" dirty="0">
                <a:solidFill>
                  <a:srgbClr val="8B5CF6"/>
                </a:solidFill>
              </a:rPr>
              <a:t>  ·  </a:t>
            </a:r>
            <a:r>
              <a:rPr lang="en-US" b="1" dirty="0" err="1">
                <a:solidFill>
                  <a:srgbClr val="8B5CF6"/>
                </a:solidFill>
              </a:rPr>
              <a:t>is_current</a:t>
            </a:r>
            <a:r>
              <a:rPr lang="en-US" b="1" dirty="0">
                <a:solidFill>
                  <a:srgbClr val="8B5CF6"/>
                </a:solidFill>
              </a:rPr>
              <a:t>  (SCD Type 2)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36D4B58D-6740-4B36-CA1F-FFE4B6929721}"/>
              </a:ext>
            </a:extLst>
          </p:cNvPr>
          <p:cNvSpPr/>
          <p:nvPr/>
        </p:nvSpPr>
        <p:spPr>
          <a:xfrm>
            <a:off x="4297680" y="1508760"/>
            <a:ext cx="1325880" cy="73152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</a:rPr>
              <a:t>DimEmployee *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EC718499-FCA5-D497-5A9D-D69377FB43E3}"/>
              </a:ext>
            </a:extLst>
          </p:cNvPr>
          <p:cNvSpPr/>
          <p:nvPr/>
        </p:nvSpPr>
        <p:spPr>
          <a:xfrm>
            <a:off x="4297680" y="2423160"/>
            <a:ext cx="1325880" cy="731520"/>
          </a:xfrm>
          <a:prstGeom prst="roundRect">
            <a:avLst>
              <a:gd name="adj" fmla="val 8000"/>
            </a:avLst>
          </a:prstGeom>
          <a:solidFill>
            <a:srgbClr val="4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</a:rPr>
              <a:t>DimDepartment</a:t>
            </a:r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578E6B38-DAC9-7886-A66F-7B7AB61D26AB}"/>
              </a:ext>
            </a:extLst>
          </p:cNvPr>
          <p:cNvSpPr/>
          <p:nvPr/>
        </p:nvSpPr>
        <p:spPr>
          <a:xfrm>
            <a:off x="5715000" y="1508760"/>
            <a:ext cx="1463040" cy="73152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300"/>
              </a:spcAft>
            </a:pPr>
            <a:r>
              <a:rPr sz="1050" b="1" dirty="0" err="1">
                <a:solidFill>
                  <a:srgbClr val="FFFFFF"/>
                </a:solidFill>
              </a:rPr>
              <a:t>FactEmployee</a:t>
            </a: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18" name="Rounded Rectangle 12">
            <a:extLst>
              <a:ext uri="{FF2B5EF4-FFF2-40B4-BE49-F238E27FC236}">
                <a16:creationId xmlns:a16="http://schemas.microsoft.com/office/drawing/2014/main" id="{29ACEDB1-A962-1263-AC1C-E45AA79BF524}"/>
              </a:ext>
            </a:extLst>
          </p:cNvPr>
          <p:cNvSpPr/>
          <p:nvPr/>
        </p:nvSpPr>
        <p:spPr>
          <a:xfrm>
            <a:off x="7269480" y="1508760"/>
            <a:ext cx="1325880" cy="731520"/>
          </a:xfrm>
          <a:prstGeom prst="roundRect">
            <a:avLst>
              <a:gd name="adj" fmla="val 8000"/>
            </a:avLst>
          </a:prstGeom>
          <a:solidFill>
            <a:srgbClr val="4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</a:rPr>
              <a:t>DimEducationField</a:t>
            </a: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41C505BD-133B-ADF3-C0B2-7D11A37441E3}"/>
              </a:ext>
            </a:extLst>
          </p:cNvPr>
          <p:cNvSpPr/>
          <p:nvPr/>
        </p:nvSpPr>
        <p:spPr>
          <a:xfrm>
            <a:off x="5715000" y="2423160"/>
            <a:ext cx="1463040" cy="73152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</a:rPr>
              <a:t>FactAssignment</a:t>
            </a:r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51DAE650-97C7-86C7-1F1E-41A0F0DBE68C}"/>
              </a:ext>
            </a:extLst>
          </p:cNvPr>
          <p:cNvSpPr/>
          <p:nvPr/>
        </p:nvSpPr>
        <p:spPr>
          <a:xfrm>
            <a:off x="4297680" y="3337560"/>
            <a:ext cx="1325880" cy="731520"/>
          </a:xfrm>
          <a:prstGeom prst="roundRect">
            <a:avLst>
              <a:gd name="adj" fmla="val 8000"/>
            </a:avLst>
          </a:prstGeom>
          <a:solidFill>
            <a:srgbClr val="4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</a:rPr>
              <a:t>DimJobRole</a:t>
            </a:r>
          </a:p>
        </p:txBody>
      </p: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7EA7EEB3-E88F-EF9D-9DBF-717B6811436C}"/>
              </a:ext>
            </a:extLst>
          </p:cNvPr>
          <p:cNvSpPr/>
          <p:nvPr/>
        </p:nvSpPr>
        <p:spPr>
          <a:xfrm>
            <a:off x="5715000" y="3337560"/>
            <a:ext cx="1463040" cy="73152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300"/>
              </a:spcAft>
            </a:pPr>
            <a:r>
              <a:rPr sz="1050" b="1" dirty="0" err="1">
                <a:solidFill>
                  <a:srgbClr val="FFFFFF"/>
                </a:solidFill>
              </a:rPr>
              <a:t>FactReview</a:t>
            </a: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28" name="Rounded Rectangle 13">
            <a:extLst>
              <a:ext uri="{FF2B5EF4-FFF2-40B4-BE49-F238E27FC236}">
                <a16:creationId xmlns:a16="http://schemas.microsoft.com/office/drawing/2014/main" id="{DD476546-0477-7300-85D0-AA44E2037879}"/>
              </a:ext>
            </a:extLst>
          </p:cNvPr>
          <p:cNvSpPr/>
          <p:nvPr/>
        </p:nvSpPr>
        <p:spPr>
          <a:xfrm>
            <a:off x="7269480" y="2423160"/>
            <a:ext cx="1325880" cy="731520"/>
          </a:xfrm>
          <a:prstGeom prst="roundRect">
            <a:avLst>
              <a:gd name="adj" fmla="val 8000"/>
            </a:avLst>
          </a:prstGeom>
          <a:solidFill>
            <a:srgbClr val="4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300"/>
              </a:spcAft>
            </a:pPr>
            <a:r>
              <a:rPr sz="1000" b="1" dirty="0" err="1">
                <a:solidFill>
                  <a:srgbClr val="FFFFFF"/>
                </a:solidFill>
              </a:rPr>
              <a:t>DimProject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32" name="Rounded Rectangle 14">
            <a:extLst>
              <a:ext uri="{FF2B5EF4-FFF2-40B4-BE49-F238E27FC236}">
                <a16:creationId xmlns:a16="http://schemas.microsoft.com/office/drawing/2014/main" id="{BB20F44B-0DFC-8DC0-1C3C-BC2E56404712}"/>
              </a:ext>
            </a:extLst>
          </p:cNvPr>
          <p:cNvSpPr/>
          <p:nvPr/>
        </p:nvSpPr>
        <p:spPr>
          <a:xfrm>
            <a:off x="7269480" y="3337560"/>
            <a:ext cx="1325880" cy="731520"/>
          </a:xfrm>
          <a:prstGeom prst="roundRect">
            <a:avLst>
              <a:gd name="adj" fmla="val 8000"/>
            </a:avLst>
          </a:prstGeom>
          <a:solidFill>
            <a:srgbClr val="4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300"/>
              </a:spcAft>
            </a:pPr>
            <a:r>
              <a:rPr sz="1000" b="1" dirty="0" err="1">
                <a:solidFill>
                  <a:srgbClr val="FFFFFF"/>
                </a:solidFill>
              </a:rPr>
              <a:t>DimDate</a:t>
            </a:r>
            <a:endParaRPr sz="1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35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>
          <a:extLst>
            <a:ext uri="{FF2B5EF4-FFF2-40B4-BE49-F238E27FC236}">
              <a16:creationId xmlns:a16="http://schemas.microsoft.com/office/drawing/2014/main" id="{86CA191F-0D53-A9BD-BEE3-859414FF5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40">
            <a:extLst>
              <a:ext uri="{FF2B5EF4-FFF2-40B4-BE49-F238E27FC236}">
                <a16:creationId xmlns:a16="http://schemas.microsoft.com/office/drawing/2014/main" id="{1DB068B6-A27F-DC92-FC25-27E165AC8A38}"/>
              </a:ext>
            </a:extLst>
          </p:cNvPr>
          <p:cNvSpPr txBox="1"/>
          <p:nvPr/>
        </p:nvSpPr>
        <p:spPr>
          <a:xfrm>
            <a:off x="414528" y="408432"/>
            <a:ext cx="8221099" cy="24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00" bIns="45700" anchor="t" anchorCtr="0">
            <a:noAutofit/>
          </a:bodyPr>
          <a:lstStyle/>
          <a:p>
            <a:pPr lvl="0"/>
            <a:r>
              <a:rPr lang="en-IN" sz="3200" b="1" dirty="0"/>
              <a:t>ETL pipeline</a:t>
            </a:r>
            <a:endParaRPr sz="3000" b="1" dirty="0">
              <a:solidFill>
                <a:srgbClr val="B4D60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9" name="Google Shape;909;p140">
            <a:extLst>
              <a:ext uri="{FF2B5EF4-FFF2-40B4-BE49-F238E27FC236}">
                <a16:creationId xmlns:a16="http://schemas.microsoft.com/office/drawing/2014/main" id="{04BAF75C-FB3B-6F9C-CA55-5CA94102ECC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14528" y="894232"/>
            <a:ext cx="7291332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/>
          <a:p>
            <a:pPr marL="0" indent="0">
              <a:lnSpc>
                <a:spcPct val="90000"/>
              </a:lnSpc>
              <a:buClr>
                <a:srgbClr val="B4D603"/>
              </a:buClr>
              <a:buSzPts val="1100"/>
              <a:buNone/>
            </a:pPr>
            <a:r>
              <a:rPr lang="en-US" sz="1600" dirty="0"/>
              <a:t>python/etl_pipeline.py and SQL load scripts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4D603"/>
              </a:buClr>
              <a:buSzPts val="1100"/>
              <a:buNone/>
            </a:pPr>
            <a:endParaRPr sz="1500" dirty="0">
              <a:solidFill>
                <a:schemeClr val="dk2"/>
              </a:solidFill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FE632B40-CE0C-A5FE-FEFB-119E83F322D5}"/>
              </a:ext>
            </a:extLst>
          </p:cNvPr>
          <p:cNvSpPr/>
          <p:nvPr/>
        </p:nvSpPr>
        <p:spPr>
          <a:xfrm>
            <a:off x="448056" y="1325880"/>
            <a:ext cx="25603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b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5072C"/>
                </a:solidFill>
              </a:rPr>
              <a:t>Extract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16972"/>
                </a:solidFill>
              </a:rPr>
              <a:t>Read employees, projects, assignments, reviews from OLTP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1DE3FCC2-D506-EB06-09E9-D34072468019}"/>
              </a:ext>
            </a:extLst>
          </p:cNvPr>
          <p:cNvSpPr/>
          <p:nvPr/>
        </p:nvSpPr>
        <p:spPr>
          <a:xfrm>
            <a:off x="3282696" y="1325880"/>
            <a:ext cx="25603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b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5072C"/>
                </a:solidFill>
              </a:rPr>
              <a:t>Transform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16972"/>
                </a:solidFill>
              </a:rPr>
              <a:t>Remove duplicates and missing IDs, build SCD Type 2 versions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E4BE2B-7455-1075-6DE3-5CA4C4C22AE6}"/>
              </a:ext>
            </a:extLst>
          </p:cNvPr>
          <p:cNvSpPr/>
          <p:nvPr/>
        </p:nvSpPr>
        <p:spPr>
          <a:xfrm>
            <a:off x="6117336" y="1325880"/>
            <a:ext cx="25603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b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5072C"/>
                </a:solidFill>
              </a:rPr>
              <a:t>Load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16972"/>
                </a:solidFill>
              </a:rPr>
              <a:t>Dimensions first, then fact tables into the warehouse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355CBBC-C0CA-2A98-42C0-CAB0E916C113}"/>
              </a:ext>
            </a:extLst>
          </p:cNvPr>
          <p:cNvSpPr/>
          <p:nvPr/>
        </p:nvSpPr>
        <p:spPr>
          <a:xfrm>
            <a:off x="630936" y="1444752"/>
            <a:ext cx="384048" cy="384048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889F9B1-E980-B756-E6AE-56951A472BA9}"/>
              </a:ext>
            </a:extLst>
          </p:cNvPr>
          <p:cNvSpPr/>
          <p:nvPr/>
        </p:nvSpPr>
        <p:spPr>
          <a:xfrm>
            <a:off x="3465576" y="1444752"/>
            <a:ext cx="384048" cy="384048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48400D-2CFC-EC40-845F-1736BAE92307}"/>
              </a:ext>
            </a:extLst>
          </p:cNvPr>
          <p:cNvSpPr/>
          <p:nvPr/>
        </p:nvSpPr>
        <p:spPr>
          <a:xfrm>
            <a:off x="6300216" y="1444752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C63182-72EA-A88E-3E54-60D7AF0A88AD}"/>
              </a:ext>
            </a:extLst>
          </p:cNvPr>
          <p:cNvSpPr txBox="1"/>
          <p:nvPr/>
        </p:nvSpPr>
        <p:spPr>
          <a:xfrm>
            <a:off x="414528" y="280163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lang="en-IN" sz="1100" b="1" dirty="0">
                <a:solidFill>
                  <a:srgbClr val="05072C"/>
                </a:solidFill>
              </a:rPr>
              <a:t>ETL verification: successful load</a:t>
            </a:r>
          </a:p>
        </p:txBody>
      </p:sp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6997D32E-1B1D-0795-30F1-590119530E1C}"/>
              </a:ext>
            </a:extLst>
          </p:cNvPr>
          <p:cNvSpPr/>
          <p:nvPr/>
        </p:nvSpPr>
        <p:spPr>
          <a:xfrm>
            <a:off x="448056" y="306324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050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100,000</a:t>
            </a:r>
          </a:p>
          <a:p>
            <a:pPr algn="ctr">
              <a:spcAft>
                <a:spcPts val="300"/>
              </a:spcAft>
            </a:pPr>
            <a:r>
              <a:rPr sz="950" b="0">
                <a:solidFill>
                  <a:srgbClr val="C8D0FF"/>
                </a:solidFill>
              </a:rPr>
              <a:t>employees cleaned</a:t>
            </a:r>
          </a:p>
        </p:txBody>
      </p:sp>
      <p:sp>
        <p:nvSpPr>
          <p:cNvPr id="22" name="Rounded Rectangle 17">
            <a:extLst>
              <a:ext uri="{FF2B5EF4-FFF2-40B4-BE49-F238E27FC236}">
                <a16:creationId xmlns:a16="http://schemas.microsoft.com/office/drawing/2014/main" id="{2D14B49F-A2C4-F115-0AE0-E446D02BE643}"/>
              </a:ext>
            </a:extLst>
          </p:cNvPr>
          <p:cNvSpPr/>
          <p:nvPr/>
        </p:nvSpPr>
        <p:spPr>
          <a:xfrm>
            <a:off x="448056" y="3867912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4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0"/>
              </a:spcAft>
            </a:pPr>
            <a:r>
              <a:rPr sz="1700" b="1" dirty="0">
                <a:solidFill>
                  <a:srgbClr val="FFFFFF"/>
                </a:solidFill>
              </a:rPr>
              <a:t>1,096</a:t>
            </a:r>
          </a:p>
          <a:p>
            <a:pPr algn="ctr">
              <a:spcAft>
                <a:spcPts val="300"/>
              </a:spcAft>
            </a:pPr>
            <a:r>
              <a:rPr sz="950" b="0" dirty="0" err="1">
                <a:solidFill>
                  <a:srgbClr val="C8D0FF"/>
                </a:solidFill>
              </a:rPr>
              <a:t>DimDate</a:t>
            </a:r>
            <a:endParaRPr sz="950" b="0" dirty="0">
              <a:solidFill>
                <a:srgbClr val="C8D0FF"/>
              </a:solidFill>
            </a:endParaRPr>
          </a:p>
        </p:txBody>
      </p: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D1A2F0E6-5040-6454-6116-FCD69A66B46C}"/>
              </a:ext>
            </a:extLst>
          </p:cNvPr>
          <p:cNvSpPr/>
          <p:nvPr/>
        </p:nvSpPr>
        <p:spPr>
          <a:xfrm>
            <a:off x="2116836" y="306324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4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3</a:t>
            </a:r>
          </a:p>
          <a:p>
            <a:pPr algn="ctr">
              <a:spcAft>
                <a:spcPts val="300"/>
              </a:spcAft>
            </a:pPr>
            <a:r>
              <a:rPr sz="950" b="0">
                <a:solidFill>
                  <a:srgbClr val="C8D0FF"/>
                </a:solidFill>
              </a:rPr>
              <a:t>DimDepartment</a:t>
            </a:r>
          </a:p>
        </p:txBody>
      </p:sp>
      <p:sp>
        <p:nvSpPr>
          <p:cNvPr id="26" name="Rounded Rectangle 18">
            <a:extLst>
              <a:ext uri="{FF2B5EF4-FFF2-40B4-BE49-F238E27FC236}">
                <a16:creationId xmlns:a16="http://schemas.microsoft.com/office/drawing/2014/main" id="{517960A8-FE36-2F53-CA4B-7802D7E9E88C}"/>
              </a:ext>
            </a:extLst>
          </p:cNvPr>
          <p:cNvSpPr/>
          <p:nvPr/>
        </p:nvSpPr>
        <p:spPr>
          <a:xfrm>
            <a:off x="2116836" y="3867912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050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100,000</a:t>
            </a:r>
          </a:p>
          <a:p>
            <a:pPr algn="ctr">
              <a:spcAft>
                <a:spcPts val="300"/>
              </a:spcAft>
            </a:pPr>
            <a:r>
              <a:rPr sz="950" b="0">
                <a:solidFill>
                  <a:srgbClr val="C8D0FF"/>
                </a:solidFill>
              </a:rPr>
              <a:t>FactEmployee</a:t>
            </a:r>
          </a:p>
        </p:txBody>
      </p:sp>
      <p:sp>
        <p:nvSpPr>
          <p:cNvPr id="28" name="Rounded Rectangle 14">
            <a:extLst>
              <a:ext uri="{FF2B5EF4-FFF2-40B4-BE49-F238E27FC236}">
                <a16:creationId xmlns:a16="http://schemas.microsoft.com/office/drawing/2014/main" id="{1068D5D6-5CEA-2E0A-259D-8C321B5FF2FA}"/>
              </a:ext>
            </a:extLst>
          </p:cNvPr>
          <p:cNvSpPr/>
          <p:nvPr/>
        </p:nvSpPr>
        <p:spPr>
          <a:xfrm>
            <a:off x="3785615" y="306324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4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9</a:t>
            </a:r>
          </a:p>
          <a:p>
            <a:pPr algn="ctr">
              <a:spcAft>
                <a:spcPts val="300"/>
              </a:spcAft>
            </a:pPr>
            <a:r>
              <a:rPr sz="950" b="0">
                <a:solidFill>
                  <a:srgbClr val="C8D0FF"/>
                </a:solidFill>
              </a:rPr>
              <a:t>DimJobRole</a:t>
            </a:r>
          </a:p>
        </p:txBody>
      </p:sp>
      <p:sp>
        <p:nvSpPr>
          <p:cNvPr id="31" name="Rounded Rectangle 19">
            <a:extLst>
              <a:ext uri="{FF2B5EF4-FFF2-40B4-BE49-F238E27FC236}">
                <a16:creationId xmlns:a16="http://schemas.microsoft.com/office/drawing/2014/main" id="{B76C79BA-B808-2FAF-C21A-730F740472F4}"/>
              </a:ext>
            </a:extLst>
          </p:cNvPr>
          <p:cNvSpPr/>
          <p:nvPr/>
        </p:nvSpPr>
        <p:spPr>
          <a:xfrm>
            <a:off x="3785615" y="3867912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050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0"/>
              </a:spcAft>
            </a:pPr>
            <a:r>
              <a:rPr sz="1700" b="1" dirty="0">
                <a:solidFill>
                  <a:srgbClr val="FFFFFF"/>
                </a:solidFill>
              </a:rPr>
              <a:t>26,508</a:t>
            </a:r>
          </a:p>
          <a:p>
            <a:pPr algn="ctr">
              <a:spcAft>
                <a:spcPts val="300"/>
              </a:spcAft>
            </a:pPr>
            <a:r>
              <a:rPr sz="950" b="0" dirty="0" err="1">
                <a:solidFill>
                  <a:srgbClr val="C8D0FF"/>
                </a:solidFill>
              </a:rPr>
              <a:t>FactAssignment</a:t>
            </a:r>
            <a:endParaRPr sz="950" b="0" dirty="0">
              <a:solidFill>
                <a:srgbClr val="C8D0FF"/>
              </a:solidFill>
            </a:endParaRP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E58FD877-52FA-E14C-8F43-7D3FD5C99692}"/>
              </a:ext>
            </a:extLst>
          </p:cNvPr>
          <p:cNvSpPr/>
          <p:nvPr/>
        </p:nvSpPr>
        <p:spPr>
          <a:xfrm>
            <a:off x="5454396" y="306324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4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6</a:t>
            </a:r>
          </a:p>
          <a:p>
            <a:pPr algn="ctr">
              <a:spcAft>
                <a:spcPts val="300"/>
              </a:spcAft>
            </a:pPr>
            <a:r>
              <a:rPr sz="950" b="0">
                <a:solidFill>
                  <a:srgbClr val="C8D0FF"/>
                </a:solidFill>
              </a:rPr>
              <a:t>DimEducationField</a:t>
            </a:r>
          </a:p>
        </p:txBody>
      </p:sp>
      <p:sp>
        <p:nvSpPr>
          <p:cNvPr id="35" name="Rounded Rectangle 16">
            <a:extLst>
              <a:ext uri="{FF2B5EF4-FFF2-40B4-BE49-F238E27FC236}">
                <a16:creationId xmlns:a16="http://schemas.microsoft.com/office/drawing/2014/main" id="{29FDAB18-E621-305F-48EC-29EFFCDE8E2F}"/>
              </a:ext>
            </a:extLst>
          </p:cNvPr>
          <p:cNvSpPr/>
          <p:nvPr/>
        </p:nvSpPr>
        <p:spPr>
          <a:xfrm>
            <a:off x="7123176" y="306324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4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30</a:t>
            </a:r>
          </a:p>
          <a:p>
            <a:pPr algn="ctr">
              <a:spcAft>
                <a:spcPts val="300"/>
              </a:spcAft>
            </a:pPr>
            <a:r>
              <a:rPr sz="950" b="0">
                <a:solidFill>
                  <a:srgbClr val="C8D0FF"/>
                </a:solidFill>
              </a:rPr>
              <a:t>DimProject</a:t>
            </a:r>
          </a:p>
        </p:txBody>
      </p:sp>
      <p:sp>
        <p:nvSpPr>
          <p:cNvPr id="40" name="Rounded Rectangle 20">
            <a:extLst>
              <a:ext uri="{FF2B5EF4-FFF2-40B4-BE49-F238E27FC236}">
                <a16:creationId xmlns:a16="http://schemas.microsoft.com/office/drawing/2014/main" id="{18C92181-272E-446C-F33E-08430A234038}"/>
              </a:ext>
            </a:extLst>
          </p:cNvPr>
          <p:cNvSpPr/>
          <p:nvPr/>
        </p:nvSpPr>
        <p:spPr>
          <a:xfrm>
            <a:off x="5454396" y="3867912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050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0"/>
              </a:spcAft>
            </a:pPr>
            <a:r>
              <a:rPr sz="1700" b="1" dirty="0">
                <a:solidFill>
                  <a:srgbClr val="FFFFFF"/>
                </a:solidFill>
              </a:rPr>
              <a:t>104,945</a:t>
            </a:r>
          </a:p>
          <a:p>
            <a:pPr algn="ctr">
              <a:spcAft>
                <a:spcPts val="300"/>
              </a:spcAft>
            </a:pPr>
            <a:r>
              <a:rPr sz="950" b="0" dirty="0" err="1">
                <a:solidFill>
                  <a:srgbClr val="C8D0FF"/>
                </a:solidFill>
              </a:rPr>
              <a:t>FactReview</a:t>
            </a:r>
            <a:endParaRPr sz="950" b="0" dirty="0">
              <a:solidFill>
                <a:srgbClr val="C8D0FF"/>
              </a:solidFill>
            </a:endParaRPr>
          </a:p>
        </p:txBody>
      </p:sp>
      <p:sp>
        <p:nvSpPr>
          <p:cNvPr id="42" name="Rounded Rectangle 21">
            <a:extLst>
              <a:ext uri="{FF2B5EF4-FFF2-40B4-BE49-F238E27FC236}">
                <a16:creationId xmlns:a16="http://schemas.microsoft.com/office/drawing/2014/main" id="{5A06ED8D-EEDB-34CF-5859-BFA4753E854E}"/>
              </a:ext>
            </a:extLst>
          </p:cNvPr>
          <p:cNvSpPr/>
          <p:nvPr/>
        </p:nvSpPr>
        <p:spPr>
          <a:xfrm>
            <a:off x="7123176" y="3867912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300"/>
              </a:spcAft>
            </a:pPr>
            <a:r>
              <a:rPr sz="900" b="0" dirty="0">
                <a:solidFill>
                  <a:srgbClr val="616972"/>
                </a:solidFill>
              </a:rPr>
              <a:t>Extra test records were added later during app testing</a:t>
            </a:r>
          </a:p>
        </p:txBody>
      </p:sp>
      <p:cxnSp>
        <p:nvCxnSpPr>
          <p:cNvPr id="43" name="Connector 5">
            <a:extLst>
              <a:ext uri="{FF2B5EF4-FFF2-40B4-BE49-F238E27FC236}">
                <a16:creationId xmlns:a16="http://schemas.microsoft.com/office/drawing/2014/main" id="{6BB6E5D2-7A23-4342-7618-3F741DAE0690}"/>
              </a:ext>
            </a:extLst>
          </p:cNvPr>
          <p:cNvCxnSpPr/>
          <p:nvPr/>
        </p:nvCxnSpPr>
        <p:spPr>
          <a:xfrm>
            <a:off x="3026663" y="1984248"/>
            <a:ext cx="237745" cy="0"/>
          </a:xfrm>
          <a:prstGeom prst="line">
            <a:avLst/>
          </a:prstGeom>
          <a:ln w="28575">
            <a:solidFill>
              <a:srgbClr val="6169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8">
            <a:extLst>
              <a:ext uri="{FF2B5EF4-FFF2-40B4-BE49-F238E27FC236}">
                <a16:creationId xmlns:a16="http://schemas.microsoft.com/office/drawing/2014/main" id="{8FD061CC-E308-C415-53FD-E55C1D5F8628}"/>
              </a:ext>
            </a:extLst>
          </p:cNvPr>
          <p:cNvCxnSpPr/>
          <p:nvPr/>
        </p:nvCxnSpPr>
        <p:spPr>
          <a:xfrm>
            <a:off x="5861304" y="1984248"/>
            <a:ext cx="237744" cy="0"/>
          </a:xfrm>
          <a:prstGeom prst="line">
            <a:avLst/>
          </a:prstGeom>
          <a:ln w="28575">
            <a:solidFill>
              <a:srgbClr val="6169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163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>
          <a:extLst>
            <a:ext uri="{FF2B5EF4-FFF2-40B4-BE49-F238E27FC236}">
              <a16:creationId xmlns:a16="http://schemas.microsoft.com/office/drawing/2014/main" id="{2ECC5648-C0AC-B515-CFBD-68B003378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40">
            <a:extLst>
              <a:ext uri="{FF2B5EF4-FFF2-40B4-BE49-F238E27FC236}">
                <a16:creationId xmlns:a16="http://schemas.microsoft.com/office/drawing/2014/main" id="{087E558B-E2A2-CA69-835C-992F1F5AA5FF}"/>
              </a:ext>
            </a:extLst>
          </p:cNvPr>
          <p:cNvSpPr txBox="1"/>
          <p:nvPr/>
        </p:nvSpPr>
        <p:spPr>
          <a:xfrm>
            <a:off x="414528" y="408432"/>
            <a:ext cx="8221099" cy="24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00" bIns="45700" anchor="t" anchorCtr="0">
            <a:noAutofit/>
          </a:bodyPr>
          <a:lstStyle/>
          <a:p>
            <a:pPr lvl="0"/>
            <a:r>
              <a:rPr lang="en-IN" sz="3200" b="1" dirty="0"/>
              <a:t>Application modules</a:t>
            </a:r>
            <a:endParaRPr sz="3000" b="1" dirty="0">
              <a:solidFill>
                <a:srgbClr val="B4D60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9" name="Google Shape;909;p140">
            <a:extLst>
              <a:ext uri="{FF2B5EF4-FFF2-40B4-BE49-F238E27FC236}">
                <a16:creationId xmlns:a16="http://schemas.microsoft.com/office/drawing/2014/main" id="{A56D5E22-8AAD-11E4-71BE-F8B6ACC1A09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14528" y="894232"/>
            <a:ext cx="7291332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/>
          <a:p>
            <a:pPr marL="0" indent="0">
              <a:lnSpc>
                <a:spcPct val="90000"/>
              </a:lnSpc>
              <a:buClr>
                <a:srgbClr val="B4D603"/>
              </a:buClr>
              <a:buSzPts val="1100"/>
              <a:buNone/>
            </a:pPr>
            <a:r>
              <a:rPr lang="en-US" sz="1600" dirty="0" err="1"/>
              <a:t>Streamlit</a:t>
            </a:r>
            <a:r>
              <a:rPr lang="en-US" sz="1600" dirty="0"/>
              <a:t> pages in app/pages/, one workflow for every action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4D603"/>
              </a:buClr>
              <a:buSzPts val="1100"/>
              <a:buNone/>
            </a:pPr>
            <a:endParaRPr sz="1500" dirty="0">
              <a:solidFill>
                <a:schemeClr val="dk2"/>
              </a:solidFill>
            </a:endParaRP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5D4D0C90-F005-0ECC-53FE-694F9CB34043}"/>
              </a:ext>
            </a:extLst>
          </p:cNvPr>
          <p:cNvSpPr/>
          <p:nvPr/>
        </p:nvSpPr>
        <p:spPr>
          <a:xfrm>
            <a:off x="448056" y="4023360"/>
            <a:ext cx="8229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5072C"/>
                </a:solidFill>
              </a:rPr>
              <a:t>Live test:  employee #100005 onboarded  ·  Project 35 created  ·  Assignment 40973  ·  Review 131085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9EDDE817-3C03-F10C-FFC6-51EB1BCDE08E}"/>
              </a:ext>
            </a:extLst>
          </p:cNvPr>
          <p:cNvSpPr/>
          <p:nvPr/>
        </p:nvSpPr>
        <p:spPr>
          <a:xfrm>
            <a:off x="448056" y="32004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050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50" b="1" dirty="0">
                <a:solidFill>
                  <a:srgbClr val="FFFFFF"/>
                </a:solidFill>
              </a:rPr>
              <a:t>Form  →  Validation (entities.py)  →  OLTP write + warehouse sync procedure  →  Commit or rollback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701E5786-024D-BA5D-40CA-2910B8DA2BE2}"/>
              </a:ext>
            </a:extLst>
          </p:cNvPr>
          <p:cNvSpPr/>
          <p:nvPr/>
        </p:nvSpPr>
        <p:spPr>
          <a:xfrm>
            <a:off x="448056" y="1325880"/>
            <a:ext cx="153619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400"/>
              </a:spcAft>
            </a:pPr>
            <a:r>
              <a:rPr sz="1150" b="1" dirty="0">
                <a:solidFill>
                  <a:srgbClr val="05072C"/>
                </a:solidFill>
              </a:rPr>
              <a:t>Onboarding &amp; update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1F2937"/>
                </a:solidFill>
              </a:rPr>
              <a:t>Add employees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616972"/>
                </a:solidFill>
              </a:rPr>
              <a:t>Dept, role or salary change creates an SCD2 version</a:t>
            </a: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AEF68770-0087-DC64-93A7-F89AE97F7424}"/>
              </a:ext>
            </a:extLst>
          </p:cNvPr>
          <p:cNvSpPr/>
          <p:nvPr/>
        </p:nvSpPr>
        <p:spPr>
          <a:xfrm>
            <a:off x="2121408" y="1325880"/>
            <a:ext cx="153619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5072C"/>
                </a:solidFill>
              </a:rPr>
              <a:t>Employee directory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</a:rPr>
              <a:t>Search by name or number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616972"/>
                </a:solidFill>
              </a:rPr>
              <a:t>Filter by department</a:t>
            </a: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DE75B0CE-06C7-06E5-2E6C-FACBB1FE30F6}"/>
              </a:ext>
            </a:extLst>
          </p:cNvPr>
          <p:cNvSpPr/>
          <p:nvPr/>
        </p:nvSpPr>
        <p:spPr>
          <a:xfrm>
            <a:off x="3794760" y="1325880"/>
            <a:ext cx="153619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5072C"/>
                </a:solidFill>
              </a:rPr>
              <a:t>Projects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</a:rPr>
              <a:t>Create with status and owner department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616972"/>
                </a:solidFill>
              </a:rPr>
              <a:t>Team view with team size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D98DC0C6-3219-F9F2-EBB8-2FBDDB59CF31}"/>
              </a:ext>
            </a:extLst>
          </p:cNvPr>
          <p:cNvSpPr/>
          <p:nvPr/>
        </p:nvSpPr>
        <p:spPr>
          <a:xfrm>
            <a:off x="5468112" y="1325880"/>
            <a:ext cx="153619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5072C"/>
                </a:solidFill>
              </a:rPr>
              <a:t>Assignments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</a:rPr>
              <a:t>Role and allocation %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616972"/>
                </a:solidFill>
              </a:rPr>
              <a:t>Warns above 100% total</a:t>
            </a:r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3BAF752C-CA9E-8BDA-64FA-52B153CFC72F}"/>
              </a:ext>
            </a:extLst>
          </p:cNvPr>
          <p:cNvSpPr/>
          <p:nvPr/>
        </p:nvSpPr>
        <p:spPr>
          <a:xfrm>
            <a:off x="7141464" y="1325880"/>
            <a:ext cx="153619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5072C"/>
                </a:solidFill>
              </a:rPr>
              <a:t>Reviews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</a:rPr>
              <a:t>Rating 1-5 and comments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616972"/>
                </a:solidFill>
              </a:rPr>
              <a:t>History, synced to warehouse</a:t>
            </a:r>
          </a:p>
        </p:txBody>
      </p:sp>
    </p:spTree>
    <p:extLst>
      <p:ext uri="{BB962C8B-B14F-4D97-AF65-F5344CB8AC3E}">
        <p14:creationId xmlns:p14="http://schemas.microsoft.com/office/powerpoint/2010/main" val="1706429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>
          <a:extLst>
            <a:ext uri="{FF2B5EF4-FFF2-40B4-BE49-F238E27FC236}">
              <a16:creationId xmlns:a16="http://schemas.microsoft.com/office/drawing/2014/main" id="{4D8A9A95-A56B-772A-4984-2DD7F7546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40">
            <a:extLst>
              <a:ext uri="{FF2B5EF4-FFF2-40B4-BE49-F238E27FC236}">
                <a16:creationId xmlns:a16="http://schemas.microsoft.com/office/drawing/2014/main" id="{68770337-E7FD-BCD5-E4C9-8CD5E267DEF1}"/>
              </a:ext>
            </a:extLst>
          </p:cNvPr>
          <p:cNvSpPr txBox="1"/>
          <p:nvPr/>
        </p:nvSpPr>
        <p:spPr>
          <a:xfrm>
            <a:off x="267855" y="341989"/>
            <a:ext cx="8367772" cy="31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00" bIns="45700" anchor="t" anchorCtr="0">
            <a:noAutofit/>
          </a:bodyPr>
          <a:lstStyle/>
          <a:p>
            <a:pPr lvl="0"/>
            <a:r>
              <a:rPr lang="en-IN" sz="3200" b="1" dirty="0"/>
              <a:t>Analytics dashboard</a:t>
            </a:r>
            <a:endParaRPr sz="3000" b="1" dirty="0">
              <a:solidFill>
                <a:srgbClr val="B4D60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9" name="Google Shape;909;p140">
            <a:extLst>
              <a:ext uri="{FF2B5EF4-FFF2-40B4-BE49-F238E27FC236}">
                <a16:creationId xmlns:a16="http://schemas.microsoft.com/office/drawing/2014/main" id="{27179E5E-1788-1197-38A4-BF07E60E825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3964" y="831274"/>
            <a:ext cx="7511896" cy="10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/>
          <a:p>
            <a:pPr marL="0" indent="0">
              <a:lnSpc>
                <a:spcPct val="90000"/>
              </a:lnSpc>
              <a:buClr>
                <a:srgbClr val="B4D603"/>
              </a:buClr>
              <a:buSzPts val="1100"/>
              <a:buNone/>
            </a:pPr>
            <a:r>
              <a:rPr lang="en-US" sz="1400" dirty="0"/>
              <a:t>app/pages/4_Analytics.py reads the warehouse </a:t>
            </a:r>
          </a:p>
          <a:p>
            <a:pPr marL="0" indent="0">
              <a:lnSpc>
                <a:spcPct val="90000"/>
              </a:lnSpc>
              <a:buClr>
                <a:srgbClr val="B4D603"/>
              </a:buClr>
              <a:buSzPts val="1100"/>
              <a:buNone/>
            </a:pPr>
            <a:r>
              <a:rPr lang="en-US" sz="1400" dirty="0"/>
              <a:t>through </a:t>
            </a:r>
            <a:r>
              <a:rPr lang="en-US" sz="1400" dirty="0" err="1"/>
              <a:t>AnalyticsManager</a:t>
            </a:r>
            <a:endParaRPr lang="en-US" sz="14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4D603"/>
              </a:buClr>
              <a:buSzPts val="1100"/>
              <a:buNone/>
            </a:pPr>
            <a:endParaRPr sz="1500" dirty="0">
              <a:solidFill>
                <a:schemeClr val="dk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EF8D84-3B5B-2D3F-3BDB-4B47F2E71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27918"/>
            <a:ext cx="4506146" cy="22823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5DAA91-73FA-6C5C-BDDC-16590815C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1010" y="3085355"/>
            <a:ext cx="4517136" cy="1919214"/>
          </a:xfrm>
          <a:prstGeom prst="rect">
            <a:avLst/>
          </a:prstGeom>
        </p:spPr>
      </p:pic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95C16C3F-1029-A255-DABE-DC17E9773433}"/>
              </a:ext>
            </a:extLst>
          </p:cNvPr>
          <p:cNvSpPr/>
          <p:nvPr/>
        </p:nvSpPr>
        <p:spPr>
          <a:xfrm>
            <a:off x="448056" y="1325880"/>
            <a:ext cx="4013108" cy="758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54864" rIns="640080" bIns="54864" rtlCol="0" anchor="ctr"/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05072C"/>
                </a:solidFill>
              </a:rPr>
              <a:t>Year-over-year performance</a:t>
            </a:r>
          </a:p>
          <a:p>
            <a:pPr algn="l">
              <a:spcAft>
                <a:spcPts val="300"/>
              </a:spcAft>
            </a:pPr>
            <a:r>
              <a:rPr sz="1050" b="1" dirty="0">
                <a:solidFill>
                  <a:srgbClr val="4285F4"/>
                </a:solidFill>
              </a:rPr>
              <a:t>LAG() compares each year with the previous one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B3AD4B2B-C1C0-7AE0-C9BE-07355A800CA0}"/>
              </a:ext>
            </a:extLst>
          </p:cNvPr>
          <p:cNvSpPr/>
          <p:nvPr/>
        </p:nvSpPr>
        <p:spPr>
          <a:xfrm>
            <a:off x="448056" y="2194560"/>
            <a:ext cx="4013108" cy="758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54864" rIns="640080" bIns="54864" rtlCol="0" anchor="ctr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5072C"/>
                </a:solidFill>
              </a:rPr>
              <a:t>Top performers by department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4285F4"/>
                </a:solidFill>
              </a:rPr>
              <a:t>DENSE_RANK() in a CTE; ties share a rank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168D1F0F-14EE-15B4-84C0-621DEBE10A38}"/>
              </a:ext>
            </a:extLst>
          </p:cNvPr>
          <p:cNvSpPr/>
          <p:nvPr/>
        </p:nvSpPr>
        <p:spPr>
          <a:xfrm>
            <a:off x="448056" y="3063239"/>
            <a:ext cx="4013108" cy="758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54864" rIns="640080" bIns="54864" rtlCol="0" anchor="ctr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5072C"/>
                </a:solidFill>
              </a:rPr>
              <a:t>Attrition risk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4285F4"/>
                </a:solidFill>
              </a:rPr>
              <a:t>CTE risk score 0 to 8: High / Medium / Low</a:t>
            </a:r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E6231E5A-7C01-183F-CFD3-1AA17E26BF4E}"/>
              </a:ext>
            </a:extLst>
          </p:cNvPr>
          <p:cNvSpPr/>
          <p:nvPr/>
        </p:nvSpPr>
        <p:spPr>
          <a:xfrm>
            <a:off x="448056" y="3931918"/>
            <a:ext cx="4013108" cy="7589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54864" rIns="640080" bIns="54864" rtlCol="0" anchor="ctr"/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05072C"/>
                </a:solidFill>
              </a:rPr>
              <a:t>Project bottlenecks</a:t>
            </a:r>
          </a:p>
          <a:p>
            <a:pPr algn="l">
              <a:spcAft>
                <a:spcPts val="300"/>
              </a:spcAft>
            </a:pPr>
            <a:r>
              <a:rPr sz="1050" b="1" dirty="0">
                <a:solidFill>
                  <a:srgbClr val="4285F4"/>
                </a:solidFill>
              </a:rPr>
              <a:t>CTE + RANK() on over-allocated members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68FCF2D-ADBC-E95B-7417-E47729D8D390}"/>
              </a:ext>
            </a:extLst>
          </p:cNvPr>
          <p:cNvSpPr/>
          <p:nvPr/>
        </p:nvSpPr>
        <p:spPr>
          <a:xfrm>
            <a:off x="566928" y="1601216"/>
            <a:ext cx="347472" cy="347472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300"/>
              </a:spcAft>
            </a:pPr>
            <a:r>
              <a:rPr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297A886-0ACB-969B-AB4C-38C9384D74AB}"/>
              </a:ext>
            </a:extLst>
          </p:cNvPr>
          <p:cNvSpPr/>
          <p:nvPr/>
        </p:nvSpPr>
        <p:spPr>
          <a:xfrm>
            <a:off x="566928" y="3268979"/>
            <a:ext cx="347472" cy="347472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300"/>
              </a:spcAft>
            </a:pPr>
            <a:r>
              <a:rPr lang="en-IN" sz="1200" b="1" dirty="0">
                <a:solidFill>
                  <a:srgbClr val="FFFFFF"/>
                </a:solidFill>
              </a:rPr>
              <a:t>3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1CA3CC7-5051-E5C0-2141-7B4066C6F2B4}"/>
              </a:ext>
            </a:extLst>
          </p:cNvPr>
          <p:cNvSpPr/>
          <p:nvPr/>
        </p:nvSpPr>
        <p:spPr>
          <a:xfrm>
            <a:off x="566928" y="4133087"/>
            <a:ext cx="347472" cy="34747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300"/>
              </a:spcAft>
            </a:pPr>
            <a:r>
              <a:rPr sz="1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09DA2FD-CE89-E007-7817-6883A91108B9}"/>
              </a:ext>
            </a:extLst>
          </p:cNvPr>
          <p:cNvSpPr/>
          <p:nvPr/>
        </p:nvSpPr>
        <p:spPr>
          <a:xfrm>
            <a:off x="566928" y="2405195"/>
            <a:ext cx="347472" cy="34747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300"/>
              </a:spcAft>
            </a:pPr>
            <a:r>
              <a:rPr lang="en-IN" sz="1200" b="1" dirty="0">
                <a:solidFill>
                  <a:srgbClr val="FFFFFF"/>
                </a:solidFill>
              </a:rPr>
              <a:t>2</a:t>
            </a:r>
            <a:endParaRPr sz="1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102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>
          <a:extLst>
            <a:ext uri="{FF2B5EF4-FFF2-40B4-BE49-F238E27FC236}">
              <a16:creationId xmlns:a16="http://schemas.microsoft.com/office/drawing/2014/main" id="{CD116F4D-3924-88F6-E69F-516C8594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40">
            <a:extLst>
              <a:ext uri="{FF2B5EF4-FFF2-40B4-BE49-F238E27FC236}">
                <a16:creationId xmlns:a16="http://schemas.microsoft.com/office/drawing/2014/main" id="{A5E0C83D-20FE-BF17-4F7A-B99F7FC8293A}"/>
              </a:ext>
            </a:extLst>
          </p:cNvPr>
          <p:cNvSpPr txBox="1"/>
          <p:nvPr/>
        </p:nvSpPr>
        <p:spPr>
          <a:xfrm>
            <a:off x="414528" y="408432"/>
            <a:ext cx="8221099" cy="24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00" bIns="45700" anchor="t" anchorCtr="0">
            <a:noAutofit/>
          </a:bodyPr>
          <a:lstStyle/>
          <a:p>
            <a:pPr lvl="0"/>
            <a:r>
              <a:rPr lang="en-US" sz="3200" b="1" dirty="0"/>
              <a:t>Key analytics: from data to decisions</a:t>
            </a:r>
            <a:endParaRPr sz="3000" b="1" dirty="0">
              <a:solidFill>
                <a:srgbClr val="B4D60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9" name="Google Shape;909;p140">
            <a:extLst>
              <a:ext uri="{FF2B5EF4-FFF2-40B4-BE49-F238E27FC236}">
                <a16:creationId xmlns:a16="http://schemas.microsoft.com/office/drawing/2014/main" id="{93C3042A-0FA2-9A36-FEDB-ACF140621CB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14528" y="894232"/>
            <a:ext cx="7291332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/>
          <a:p>
            <a:pPr marL="0" indent="0">
              <a:lnSpc>
                <a:spcPct val="90000"/>
              </a:lnSpc>
              <a:buClr>
                <a:srgbClr val="B4D603"/>
              </a:buClr>
              <a:buSzPts val="1100"/>
              <a:buNone/>
            </a:pPr>
            <a:r>
              <a:rPr lang="en-US" sz="1600" dirty="0"/>
              <a:t>What the business can do with each insight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4D603"/>
              </a:buClr>
              <a:buSzPts val="1100"/>
              <a:buNone/>
            </a:pPr>
            <a:endParaRPr sz="1500" dirty="0">
              <a:solidFill>
                <a:schemeClr val="dk2"/>
              </a:solidFill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ABB05F15-506D-5639-06ED-F7003775BFF5}"/>
              </a:ext>
            </a:extLst>
          </p:cNvPr>
          <p:cNvSpPr/>
          <p:nvPr/>
        </p:nvSpPr>
        <p:spPr>
          <a:xfrm>
            <a:off x="448056" y="1325880"/>
            <a:ext cx="4023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250" b="1" dirty="0">
                <a:solidFill>
                  <a:srgbClr val="05072C"/>
                </a:solidFill>
              </a:rPr>
              <a:t>Employee performance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616972"/>
                </a:solidFill>
              </a:rPr>
              <a:t>Insight: Departments rising or falling year over year</a:t>
            </a:r>
          </a:p>
          <a:p>
            <a:pPr algn="l">
              <a:spcAft>
                <a:spcPts val="300"/>
              </a:spcAft>
            </a:pPr>
            <a:r>
              <a:rPr sz="1050" b="1" dirty="0">
                <a:solidFill>
                  <a:srgbClr val="8B5CF6"/>
                </a:solidFill>
              </a:rPr>
              <a:t>Decision: Focus training and recognition</a:t>
            </a: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C8488F7A-235F-BF23-6310-03AD576E79DB}"/>
              </a:ext>
            </a:extLst>
          </p:cNvPr>
          <p:cNvSpPr/>
          <p:nvPr/>
        </p:nvSpPr>
        <p:spPr>
          <a:xfrm>
            <a:off x="4654296" y="1325880"/>
            <a:ext cx="4023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5072C"/>
                </a:solidFill>
              </a:rPr>
              <a:t>Top performers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16972"/>
                </a:solidFill>
              </a:rPr>
              <a:t>Insight: Best employees in each department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8B5CF6"/>
                </a:solidFill>
              </a:rPr>
              <a:t>Decision: Reward, retain, plan succession</a:t>
            </a: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0DF60EFD-F529-74C7-E0DE-87C47601AA61}"/>
              </a:ext>
            </a:extLst>
          </p:cNvPr>
          <p:cNvSpPr/>
          <p:nvPr/>
        </p:nvSpPr>
        <p:spPr>
          <a:xfrm>
            <a:off x="448056" y="2697480"/>
            <a:ext cx="4023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5072C"/>
                </a:solidFill>
              </a:rPr>
              <a:t>Attrition risk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16972"/>
                </a:solidFill>
              </a:rPr>
              <a:t>Insight: Who is likely to leave, and why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8B5CF6"/>
                </a:solidFill>
              </a:rPr>
              <a:t>Decision: Act early on workload, pay, promotion</a:t>
            </a:r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0D754705-EC2D-9A86-1899-AEFE0A632E90}"/>
              </a:ext>
            </a:extLst>
          </p:cNvPr>
          <p:cNvSpPr/>
          <p:nvPr/>
        </p:nvSpPr>
        <p:spPr>
          <a:xfrm>
            <a:off x="4654296" y="2697480"/>
            <a:ext cx="4023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250" b="1" dirty="0">
                <a:solidFill>
                  <a:srgbClr val="05072C"/>
                </a:solidFill>
              </a:rPr>
              <a:t>Project bottlenecks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616972"/>
                </a:solidFill>
              </a:rPr>
              <a:t>Insight: Projects with over-allocated people</a:t>
            </a:r>
          </a:p>
          <a:p>
            <a:pPr algn="l">
              <a:spcAft>
                <a:spcPts val="300"/>
              </a:spcAft>
            </a:pPr>
            <a:r>
              <a:rPr sz="1050" b="1" dirty="0">
                <a:solidFill>
                  <a:srgbClr val="8B5CF6"/>
                </a:solidFill>
              </a:rPr>
              <a:t>Decision: Rebalance allocation or add capacity</a:t>
            </a:r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EA7F27D8-E262-BE28-E57C-4855F302073F}"/>
              </a:ext>
            </a:extLst>
          </p:cNvPr>
          <p:cNvSpPr/>
          <p:nvPr/>
        </p:nvSpPr>
        <p:spPr>
          <a:xfrm>
            <a:off x="448056" y="4114800"/>
            <a:ext cx="8229600" cy="594360"/>
          </a:xfrm>
          <a:prstGeom prst="roundRect">
            <a:avLst>
              <a:gd name="adj" fmla="val 8000"/>
            </a:avLst>
          </a:prstGeom>
          <a:solidFill>
            <a:srgbClr val="050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100" b="1" dirty="0">
                <a:solidFill>
                  <a:srgbClr val="FFFFFF"/>
                </a:solidFill>
              </a:rPr>
              <a:t>Live example: Performance Review Redesign ranked #1 bottleneck, 1,633 of 3,567 members over-allocated (45.8%)</a:t>
            </a:r>
          </a:p>
        </p:txBody>
      </p:sp>
    </p:spTree>
    <p:extLst>
      <p:ext uri="{BB962C8B-B14F-4D97-AF65-F5344CB8AC3E}">
        <p14:creationId xmlns:p14="http://schemas.microsoft.com/office/powerpoint/2010/main" val="3091955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>
          <a:extLst>
            <a:ext uri="{FF2B5EF4-FFF2-40B4-BE49-F238E27FC236}">
              <a16:creationId xmlns:a16="http://schemas.microsoft.com/office/drawing/2014/main" id="{61C62785-114E-817E-FBA6-DC0B4B6B6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40">
            <a:extLst>
              <a:ext uri="{FF2B5EF4-FFF2-40B4-BE49-F238E27FC236}">
                <a16:creationId xmlns:a16="http://schemas.microsoft.com/office/drawing/2014/main" id="{0E15242A-B6F1-7ED9-ECD7-BF36FCE69F00}"/>
              </a:ext>
            </a:extLst>
          </p:cNvPr>
          <p:cNvSpPr txBox="1"/>
          <p:nvPr/>
        </p:nvSpPr>
        <p:spPr>
          <a:xfrm>
            <a:off x="414528" y="408432"/>
            <a:ext cx="8221099" cy="24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00" bIns="45700" anchor="t" anchorCtr="0">
            <a:noAutofit/>
          </a:bodyPr>
          <a:lstStyle/>
          <a:p>
            <a:pPr lvl="0"/>
            <a:r>
              <a:rPr lang="en-IN" sz="3200" b="1" dirty="0"/>
              <a:t>Testing &amp; validation</a:t>
            </a:r>
            <a:endParaRPr sz="3000" b="1" dirty="0">
              <a:solidFill>
                <a:srgbClr val="B4D60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9" name="Google Shape;909;p140">
            <a:extLst>
              <a:ext uri="{FF2B5EF4-FFF2-40B4-BE49-F238E27FC236}">
                <a16:creationId xmlns:a16="http://schemas.microsoft.com/office/drawing/2014/main" id="{ABF73B1B-7F15-1719-AF06-2C8AED70ED6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14528" y="894232"/>
            <a:ext cx="7291332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/>
          <a:p>
            <a:pPr marL="0" indent="0">
              <a:lnSpc>
                <a:spcPct val="90000"/>
              </a:lnSpc>
              <a:buClr>
                <a:srgbClr val="B4D603"/>
              </a:buClr>
              <a:buSzPts val="1100"/>
              <a:buNone/>
            </a:pPr>
            <a:r>
              <a:rPr lang="en-US" sz="1600" dirty="0"/>
              <a:t>tests/smoke_test.py runs against the real databases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4D603"/>
              </a:buClr>
              <a:buSzPts val="1100"/>
              <a:buNone/>
            </a:pPr>
            <a:endParaRPr sz="1500" dirty="0">
              <a:solidFill>
                <a:schemeClr val="dk2"/>
              </a:solidFill>
            </a:endParaRP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49CCC7A1-D850-BC62-7F9E-EBED80B5DBB0}"/>
              </a:ext>
            </a:extLst>
          </p:cNvPr>
          <p:cNvSpPr/>
          <p:nvPr/>
        </p:nvSpPr>
        <p:spPr>
          <a:xfrm>
            <a:off x="3200400" y="1325880"/>
            <a:ext cx="292608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5072C"/>
                </a:solidFill>
              </a:rPr>
              <a:t>What it covers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</a:rPr>
              <a:t>Singleton + OLTP / OLAP connections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</a:rPr>
              <a:t>Entity validation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</a:rPr>
              <a:t>Onboarding + warehouse load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</a:rPr>
              <a:t>SCD Type 2 + rollback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</a:rPr>
              <a:t>Duplicate assignment, invalid rating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</a:rPr>
              <a:t>KPIs, LAG(), DENSE_RANK()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</a:rPr>
              <a:t>Attrition risk and bottlenecks</a:t>
            </a: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BCA7EAA3-6536-5BCE-F061-BF6A338A1540}"/>
              </a:ext>
            </a:extLst>
          </p:cNvPr>
          <p:cNvSpPr/>
          <p:nvPr/>
        </p:nvSpPr>
        <p:spPr>
          <a:xfrm>
            <a:off x="6309360" y="1325880"/>
            <a:ext cx="237744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5072C"/>
                </a:solidFill>
              </a:rPr>
              <a:t>Verified live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</a:rPr>
              <a:t>✓  Onboarding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</a:rPr>
              <a:t>✓  Employee directory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</a:rPr>
              <a:t>✓  SCD Type 2 update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</a:rPr>
              <a:t>✓  Projects + assignment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</a:rPr>
              <a:t>✓  Review + history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</a:rPr>
              <a:t>✓  All 4 analytics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</a:rPr>
              <a:t>✓  OLTP and OLAP connect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</a:rPr>
              <a:t>✓  Cloud database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9E830117-84A4-F709-A268-B145E96B8858}"/>
              </a:ext>
            </a:extLst>
          </p:cNvPr>
          <p:cNvSpPr/>
          <p:nvPr/>
        </p:nvSpPr>
        <p:spPr>
          <a:xfrm>
            <a:off x="448056" y="1325880"/>
            <a:ext cx="2560320" cy="3337560"/>
          </a:xfrm>
          <a:prstGeom prst="roundRect">
            <a:avLst>
              <a:gd name="adj" fmla="val 8000"/>
            </a:avLst>
          </a:prstGeom>
          <a:solidFill>
            <a:srgbClr val="050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0"/>
              </a:spcAft>
            </a:pPr>
            <a:r>
              <a:rPr sz="6000" b="1" dirty="0">
                <a:solidFill>
                  <a:srgbClr val="FFFFFF"/>
                </a:solidFill>
              </a:rPr>
              <a:t>34</a:t>
            </a:r>
          </a:p>
          <a:p>
            <a:pPr algn="ctr">
              <a:spcAft>
                <a:spcPts val="1400"/>
              </a:spcAft>
            </a:pPr>
            <a:r>
              <a:rPr sz="1300" b="0" dirty="0">
                <a:solidFill>
                  <a:srgbClr val="C8D0FF"/>
                </a:solidFill>
              </a:rPr>
              <a:t>automated checks</a:t>
            </a:r>
          </a:p>
          <a:p>
            <a:pPr algn="ctr">
              <a:spcAft>
                <a:spcPts val="300"/>
              </a:spcAft>
            </a:pPr>
            <a:r>
              <a:rPr sz="1300" b="1" dirty="0">
                <a:solidFill>
                  <a:srgbClr val="6EE7B7"/>
                </a:solidFill>
              </a:rPr>
              <a:t>ALL CHECKS PASSED</a:t>
            </a:r>
          </a:p>
        </p:txBody>
      </p:sp>
    </p:spTree>
    <p:extLst>
      <p:ext uri="{BB962C8B-B14F-4D97-AF65-F5344CB8AC3E}">
        <p14:creationId xmlns:p14="http://schemas.microsoft.com/office/powerpoint/2010/main" val="2766223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>
          <a:extLst>
            <a:ext uri="{FF2B5EF4-FFF2-40B4-BE49-F238E27FC236}">
              <a16:creationId xmlns:a16="http://schemas.microsoft.com/office/drawing/2014/main" id="{B0FE4529-DB9C-BB44-F783-A28966C40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40">
            <a:extLst>
              <a:ext uri="{FF2B5EF4-FFF2-40B4-BE49-F238E27FC236}">
                <a16:creationId xmlns:a16="http://schemas.microsoft.com/office/drawing/2014/main" id="{D9CE09B3-4580-932B-5794-F7AD476A853E}"/>
              </a:ext>
            </a:extLst>
          </p:cNvPr>
          <p:cNvSpPr txBox="1"/>
          <p:nvPr/>
        </p:nvSpPr>
        <p:spPr>
          <a:xfrm>
            <a:off x="414528" y="408432"/>
            <a:ext cx="8221099" cy="24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00" bIns="45700" anchor="t" anchorCtr="0">
            <a:noAutofit/>
          </a:bodyPr>
          <a:lstStyle/>
          <a:p>
            <a:pPr lvl="0"/>
            <a:r>
              <a:rPr lang="en-IN" sz="3200" b="1" dirty="0"/>
              <a:t>Cloud deployment</a:t>
            </a:r>
            <a:endParaRPr sz="3000" b="1" dirty="0">
              <a:solidFill>
                <a:srgbClr val="B4D60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9" name="Google Shape;909;p140">
            <a:extLst>
              <a:ext uri="{FF2B5EF4-FFF2-40B4-BE49-F238E27FC236}">
                <a16:creationId xmlns:a16="http://schemas.microsoft.com/office/drawing/2014/main" id="{9B3FF9F6-8823-07DF-F34C-6FFB1338EDF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14528" y="894232"/>
            <a:ext cx="7291332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/>
          <a:p>
            <a:pPr marL="0" indent="0">
              <a:lnSpc>
                <a:spcPct val="90000"/>
              </a:lnSpc>
              <a:buClr>
                <a:srgbClr val="B4D603"/>
              </a:buClr>
              <a:buSzPts val="1100"/>
              <a:buNone/>
            </a:pPr>
            <a:r>
              <a:rPr lang="en-US" sz="1600" dirty="0"/>
              <a:t>Live and tested end to end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4D603"/>
              </a:buClr>
              <a:buSzPts val="1100"/>
              <a:buNone/>
            </a:pPr>
            <a:endParaRPr sz="1500" dirty="0">
              <a:solidFill>
                <a:schemeClr val="dk2"/>
              </a:solidFill>
            </a:endParaRPr>
          </a:p>
        </p:txBody>
      </p:sp>
      <p:sp>
        <p:nvSpPr>
          <p:cNvPr id="5" name="Rounded Rectangle 11">
            <a:extLst>
              <a:ext uri="{FF2B5EF4-FFF2-40B4-BE49-F238E27FC236}">
                <a16:creationId xmlns:a16="http://schemas.microsoft.com/office/drawing/2014/main" id="{4E7AED7B-50BA-74AE-83E6-FF4CA96F24EF}"/>
              </a:ext>
            </a:extLst>
          </p:cNvPr>
          <p:cNvSpPr/>
          <p:nvPr/>
        </p:nvSpPr>
        <p:spPr>
          <a:xfrm>
            <a:off x="448056" y="4023360"/>
            <a:ext cx="8229600" cy="640080"/>
          </a:xfrm>
          <a:prstGeom prst="roundRect">
            <a:avLst>
              <a:gd name="adj" fmla="val 8000"/>
            </a:avLst>
          </a:prstGeom>
          <a:solidFill>
            <a:srgbClr val="050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050" b="1" dirty="0">
                <a:solidFill>
                  <a:srgbClr val="FFFFFF"/>
                </a:solidFill>
                <a:hlinkClick r:id="rId3"/>
              </a:rPr>
              <a:t>Live app (tested end to end):  https://enterprise-employee-analytics-vwrm6uzkwr63wvwzj8fvdv.streamlit.app/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76FB1779-4003-5DCD-0B4D-1D493C5CA6AF}"/>
              </a:ext>
            </a:extLst>
          </p:cNvPr>
          <p:cNvSpPr/>
          <p:nvPr/>
        </p:nvSpPr>
        <p:spPr>
          <a:xfrm>
            <a:off x="448056" y="265176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05072C"/>
                </a:solidFill>
              </a:rPr>
              <a:t>SSL-secured connection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616972"/>
                </a:solidFill>
              </a:rPr>
              <a:t>TLS with the Aiven CA certificate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061BE00A-BBD2-7DA9-923B-9C991E09CD49}"/>
              </a:ext>
            </a:extLst>
          </p:cNvPr>
          <p:cNvSpPr/>
          <p:nvPr/>
        </p:nvSpPr>
        <p:spPr>
          <a:xfrm>
            <a:off x="3282696" y="265176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5072C"/>
                </a:solidFill>
              </a:rPr>
              <a:t>No secrets in code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16972"/>
                </a:solidFill>
              </a:rPr>
              <a:t>Credentials in Streamlit Secrets; .env is git-ignored</a:t>
            </a: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D828D2D7-B408-1A0E-CAB1-3CCCC500F543}"/>
              </a:ext>
            </a:extLst>
          </p:cNvPr>
          <p:cNvSpPr/>
          <p:nvPr/>
        </p:nvSpPr>
        <p:spPr>
          <a:xfrm>
            <a:off x="6117336" y="265176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05072C"/>
                </a:solidFill>
              </a:rPr>
              <a:t>Same code, local or cloud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616972"/>
                </a:solidFill>
              </a:rPr>
              <a:t>Settings from env variables or </a:t>
            </a:r>
            <a:r>
              <a:rPr sz="1050" b="0" dirty="0" err="1">
                <a:solidFill>
                  <a:srgbClr val="616972"/>
                </a:solidFill>
              </a:rPr>
              <a:t>Streamlit</a:t>
            </a:r>
            <a:r>
              <a:rPr sz="1050" b="0" dirty="0">
                <a:solidFill>
                  <a:srgbClr val="616972"/>
                </a:solidFill>
              </a:rPr>
              <a:t> secrets</a:t>
            </a:r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F82CAD9E-B0A2-985A-FD8C-1C6F8716FA44}"/>
              </a:ext>
            </a:extLst>
          </p:cNvPr>
          <p:cNvSpPr/>
          <p:nvPr/>
        </p:nvSpPr>
        <p:spPr>
          <a:xfrm>
            <a:off x="448056" y="132588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4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FFFFF"/>
                </a:solidFill>
              </a:rPr>
              <a:t>GitHub</a:t>
            </a:r>
          </a:p>
          <a:p>
            <a:pPr algn="ctr">
              <a:spcAft>
                <a:spcPts val="300"/>
              </a:spcAft>
            </a:pPr>
            <a:r>
              <a:rPr sz="1050" b="0" dirty="0">
                <a:solidFill>
                  <a:srgbClr val="C8D0FF"/>
                </a:solidFill>
              </a:rPr>
              <a:t>Code, feature branches, pull requests, main</a:t>
            </a:r>
          </a:p>
        </p:txBody>
      </p:sp>
      <p:sp>
        <p:nvSpPr>
          <p:cNvPr id="19" name="Rounded Rectangle 5">
            <a:extLst>
              <a:ext uri="{FF2B5EF4-FFF2-40B4-BE49-F238E27FC236}">
                <a16:creationId xmlns:a16="http://schemas.microsoft.com/office/drawing/2014/main" id="{B3CA56E6-5A97-1FE4-B3B5-B39841A5A06F}"/>
              </a:ext>
            </a:extLst>
          </p:cNvPr>
          <p:cNvSpPr/>
          <p:nvPr/>
        </p:nvSpPr>
        <p:spPr>
          <a:xfrm>
            <a:off x="3282696" y="132588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4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</a:rPr>
              <a:t>Streamlit Community Cloud</a:t>
            </a:r>
          </a:p>
          <a:p>
            <a:pPr algn="ctr">
              <a:spcAft>
                <a:spcPts val="300"/>
              </a:spcAft>
            </a:pPr>
            <a:r>
              <a:rPr sz="1050" b="0">
                <a:solidFill>
                  <a:srgbClr val="C8D0FF"/>
                </a:solidFill>
              </a:rPr>
              <a:t>Runs app/streamlit_app.py from main</a:t>
            </a:r>
          </a:p>
        </p:txBody>
      </p:sp>
      <p:sp>
        <p:nvSpPr>
          <p:cNvPr id="21" name="Rounded Rectangle 7">
            <a:extLst>
              <a:ext uri="{FF2B5EF4-FFF2-40B4-BE49-F238E27FC236}">
                <a16:creationId xmlns:a16="http://schemas.microsoft.com/office/drawing/2014/main" id="{C52C3E91-734D-5690-7E1C-4D8C2F80151E}"/>
              </a:ext>
            </a:extLst>
          </p:cNvPr>
          <p:cNvSpPr/>
          <p:nvPr/>
        </p:nvSpPr>
        <p:spPr>
          <a:xfrm>
            <a:off x="6117336" y="132588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131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</a:rPr>
              <a:t>Aiven MySQL</a:t>
            </a:r>
          </a:p>
          <a:p>
            <a:pPr algn="ctr">
              <a:spcAft>
                <a:spcPts val="300"/>
              </a:spcAft>
            </a:pPr>
            <a:r>
              <a:rPr sz="1050" b="0">
                <a:solidFill>
                  <a:srgbClr val="C8D0FF"/>
                </a:solidFill>
              </a:rPr>
              <a:t>OLTP + OLAP databases</a:t>
            </a:r>
          </a:p>
        </p:txBody>
      </p:sp>
      <p:cxnSp>
        <p:nvCxnSpPr>
          <p:cNvPr id="22" name="Connector 4">
            <a:extLst>
              <a:ext uri="{FF2B5EF4-FFF2-40B4-BE49-F238E27FC236}">
                <a16:creationId xmlns:a16="http://schemas.microsoft.com/office/drawing/2014/main" id="{5367D06E-58D2-C900-D845-DF985452353D}"/>
              </a:ext>
            </a:extLst>
          </p:cNvPr>
          <p:cNvCxnSpPr/>
          <p:nvPr/>
        </p:nvCxnSpPr>
        <p:spPr>
          <a:xfrm>
            <a:off x="3026663" y="1874519"/>
            <a:ext cx="237745" cy="0"/>
          </a:xfrm>
          <a:prstGeom prst="line">
            <a:avLst/>
          </a:prstGeom>
          <a:ln w="28575">
            <a:solidFill>
              <a:srgbClr val="6169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4">
            <a:extLst>
              <a:ext uri="{FF2B5EF4-FFF2-40B4-BE49-F238E27FC236}">
                <a16:creationId xmlns:a16="http://schemas.microsoft.com/office/drawing/2014/main" id="{1A36E058-42C9-0773-E204-5A447F8143E4}"/>
              </a:ext>
            </a:extLst>
          </p:cNvPr>
          <p:cNvCxnSpPr/>
          <p:nvPr/>
        </p:nvCxnSpPr>
        <p:spPr>
          <a:xfrm>
            <a:off x="5879591" y="1923287"/>
            <a:ext cx="237745" cy="0"/>
          </a:xfrm>
          <a:prstGeom prst="line">
            <a:avLst/>
          </a:prstGeom>
          <a:ln w="28575">
            <a:solidFill>
              <a:srgbClr val="6169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620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>
          <a:extLst>
            <a:ext uri="{FF2B5EF4-FFF2-40B4-BE49-F238E27FC236}">
              <a16:creationId xmlns:a16="http://schemas.microsoft.com/office/drawing/2014/main" id="{6618EDAF-8709-285F-F939-BF5A8AAB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40">
            <a:extLst>
              <a:ext uri="{FF2B5EF4-FFF2-40B4-BE49-F238E27FC236}">
                <a16:creationId xmlns:a16="http://schemas.microsoft.com/office/drawing/2014/main" id="{E53A4CFD-86BD-C289-9DF4-84CC0873C38B}"/>
              </a:ext>
            </a:extLst>
          </p:cNvPr>
          <p:cNvSpPr txBox="1"/>
          <p:nvPr/>
        </p:nvSpPr>
        <p:spPr>
          <a:xfrm>
            <a:off x="414528" y="408432"/>
            <a:ext cx="8221099" cy="24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00" bIns="45700" anchor="t" anchorCtr="0">
            <a:noAutofit/>
          </a:bodyPr>
          <a:lstStyle/>
          <a:p>
            <a:pPr lvl="0"/>
            <a:r>
              <a:rPr lang="en-IN" sz="3200" b="1" dirty="0"/>
              <a:t>Conclusion &amp; future scope</a:t>
            </a:r>
            <a:endParaRPr sz="3000" b="1" dirty="0">
              <a:solidFill>
                <a:srgbClr val="B4D60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9" name="Google Shape;909;p140">
            <a:extLst>
              <a:ext uri="{FF2B5EF4-FFF2-40B4-BE49-F238E27FC236}">
                <a16:creationId xmlns:a16="http://schemas.microsoft.com/office/drawing/2014/main" id="{A5D873D7-F9FF-E51E-EBB2-9FBC1E7578A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14528" y="894232"/>
            <a:ext cx="7291332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/>
          <a:p>
            <a:pPr marL="0" indent="0">
              <a:lnSpc>
                <a:spcPct val="90000"/>
              </a:lnSpc>
              <a:buClr>
                <a:srgbClr val="B4D603"/>
              </a:buClr>
              <a:buSzPts val="1100"/>
              <a:buNone/>
            </a:pPr>
            <a:r>
              <a:rPr lang="en-US" sz="1600" dirty="0"/>
              <a:t>An end-to-end employee analytics platform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4D603"/>
              </a:buClr>
              <a:buSzPts val="1100"/>
              <a:buNone/>
            </a:pPr>
            <a:endParaRPr sz="1500" dirty="0">
              <a:solidFill>
                <a:schemeClr val="dk2"/>
              </a:solidFill>
            </a:endParaRP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AE3221B9-CBA6-5E03-B241-2ACD53A9CA28}"/>
              </a:ext>
            </a:extLst>
          </p:cNvPr>
          <p:cNvSpPr/>
          <p:nvPr/>
        </p:nvSpPr>
        <p:spPr>
          <a:xfrm>
            <a:off x="448056" y="1325880"/>
            <a:ext cx="3931920" cy="3337560"/>
          </a:xfrm>
          <a:prstGeom prst="roundRect">
            <a:avLst>
              <a:gd name="adj" fmla="val 8000"/>
            </a:avLst>
          </a:prstGeom>
          <a:solidFill>
            <a:srgbClr val="050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54864" rIns="274320" bIns="54864" rtlCol="0" anchor="ctr"/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82AAFF"/>
                </a:solidFill>
              </a:rPr>
              <a:t>CONCLUSION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Operational data → ETL → data warehouse → analytics, deployed in the cloud and verified end to end.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B735E6CE-4DE1-68A4-45B1-C05BCE943ECF}"/>
              </a:ext>
            </a:extLst>
          </p:cNvPr>
          <p:cNvSpPr/>
          <p:nvPr/>
        </p:nvSpPr>
        <p:spPr>
          <a:xfrm>
            <a:off x="4572000" y="1325880"/>
            <a:ext cx="411480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228600" bIns="54864" rtlCol="0" anchor="ctr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5072C"/>
                </a:solidFill>
              </a:rPr>
              <a:t>Future scope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</a:rPr>
              <a:t>•  Predictive attrition models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</a:rPr>
              <a:t>•  Role-based authentication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</a:rPr>
              <a:t>•  Scheduled, automated ETL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</a:rPr>
              <a:t>•  More dashboards and KPIs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</a:rPr>
              <a:t>•  Alerts for high-risk employees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</a:rPr>
              <a:t>•  Project capacity planning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</a:rPr>
              <a:t>•  CI/CD automation</a:t>
            </a:r>
          </a:p>
        </p:txBody>
      </p:sp>
    </p:spTree>
    <p:extLst>
      <p:ext uri="{BB962C8B-B14F-4D97-AF65-F5344CB8AC3E}">
        <p14:creationId xmlns:p14="http://schemas.microsoft.com/office/powerpoint/2010/main" val="426796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60"/>
          <p:cNvSpPr txBox="1"/>
          <p:nvPr/>
        </p:nvSpPr>
        <p:spPr>
          <a:xfrm>
            <a:off x="2327587" y="2199694"/>
            <a:ext cx="44889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GB" sz="53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 sz="53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84" name="Google Shape;1484;p1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30750" y="1394400"/>
            <a:ext cx="1521398" cy="56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taiku Template 2024">
  <a:themeElements>
    <a:clrScheme name="Dataiku Theme 2023">
      <a:dk1>
        <a:srgbClr val="221C35"/>
      </a:dk1>
      <a:lt1>
        <a:srgbClr val="FFFFFF"/>
      </a:lt1>
      <a:dk2>
        <a:srgbClr val="00B2A9"/>
      </a:dk2>
      <a:lt2>
        <a:srgbClr val="7DBEEA"/>
      </a:lt2>
      <a:accent1>
        <a:srgbClr val="4578FC"/>
      </a:accent1>
      <a:accent2>
        <a:srgbClr val="A37BC7"/>
      </a:accent2>
      <a:accent3>
        <a:srgbClr val="00B257"/>
      </a:accent3>
      <a:accent4>
        <a:srgbClr val="F35B05"/>
      </a:accent4>
      <a:accent5>
        <a:srgbClr val="FCCD20"/>
      </a:accent5>
      <a:accent6>
        <a:srgbClr val="B8E7E5"/>
      </a:accent6>
      <a:hlink>
        <a:srgbClr val="00B2A9"/>
      </a:hlink>
      <a:folHlink>
        <a:srgbClr val="00B2A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890</Words>
  <Application>Microsoft Office PowerPoint</Application>
  <PresentationFormat>On-screen Show (16:9)</PresentationFormat>
  <Paragraphs>202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Calibri</vt:lpstr>
      <vt:lpstr>Inter</vt:lpstr>
      <vt:lpstr>Poppins Medium</vt:lpstr>
      <vt:lpstr>Roboto Condensed</vt:lpstr>
      <vt:lpstr>Roboto Mono</vt:lpstr>
      <vt:lpstr>Arial</vt:lpstr>
      <vt:lpstr>Roboto Mono Medium</vt:lpstr>
      <vt:lpstr>Montserrat</vt:lpstr>
      <vt:lpstr>Source Sans Pro</vt:lpstr>
      <vt:lpstr>Noto Sans Symbols</vt:lpstr>
      <vt:lpstr>Nunito</vt:lpstr>
      <vt:lpstr>Poppins</vt:lpstr>
      <vt:lpstr>Roboto</vt:lpstr>
      <vt:lpstr>Proxima Nova</vt:lpstr>
      <vt:lpstr>Dataiku Template 2024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Keerthi J K</dc:creator>
  <cp:lastModifiedBy>Keerthi J K</cp:lastModifiedBy>
  <cp:revision>2</cp:revision>
  <dcterms:modified xsi:type="dcterms:W3CDTF">2026-10-06T17:50:34Z</dcterms:modified>
</cp:coreProperties>
</file>